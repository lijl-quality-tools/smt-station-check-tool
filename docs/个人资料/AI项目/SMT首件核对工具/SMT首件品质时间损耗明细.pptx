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  <p:sldId id="281" r:id="rId4"/>
    <p:sldId id="259" r:id="rId5"/>
    <p:sldId id="261" r:id="rId6"/>
    <p:sldId id="260" r:id="rId7"/>
    <p:sldId id="262" r:id="rId8"/>
    <p:sldId id="263" r:id="rId9"/>
    <p:sldId id="265" r:id="rId10"/>
    <p:sldId id="266" r:id="rId11"/>
    <p:sldId id="267" r:id="rId12"/>
    <p:sldId id="270" r:id="rId13"/>
    <p:sldId id="271" r:id="rId14"/>
    <p:sldId id="272" r:id="rId15"/>
    <p:sldId id="273" r:id="rId16"/>
    <p:sldId id="274" r:id="rId17"/>
    <p:sldId id="275" r:id="rId18"/>
    <p:sldId id="278" r:id="rId19"/>
    <p:sldId id="279" r:id="rId20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a Vida Villanueva" initials="MVV" lastIdx="0" clrIdx="0"/>
  <p:cmAuthor id="2" name="1206988966@qq.com" initials="1" lastIdx="0" clrIdx="1"/>
  <p:cmAuthor id="3" name="丛健昌" initials="丛健昌" lastIdx="0" clrIdx="2"/>
  <p:cmAuthor id="4" name="姜伟光" initials="姜" lastIdx="0" clrIdx="3"/>
  <p:cmAuthor id="5" name="张振" initials="张振" lastIdx="0" clrIdx="4"/>
  <p:cmAuthor id="6" name="2021083111" initials="2" lastIdx="0" clrIdx="5"/>
  <p:cmAuthor id="7" name="Administrator" initials="A" lastIdx="0" clrIdx="6"/>
  <p:cmAuthor id="8" name="宋洁然" initials="宋" lastIdx="0" clrIdx="7"/>
  <p:cmAuthor id="9" name="ming qiu" initials="m" lastIdx="0" clrIdx="8"/>
  <p:cmAuthor id="10" name="2022121004" initials="2" lastIdx="0" clrIdx="9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0B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gs" Target="tags/tag340.xml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/>
          <p:cNvCxnSpPr/>
          <p:nvPr userDrawn="1"/>
        </p:nvCxnSpPr>
        <p:spPr>
          <a:xfrm>
            <a:off x="-9625" y="6291945"/>
            <a:ext cx="12204000" cy="0"/>
          </a:xfrm>
          <a:prstGeom prst="line">
            <a:avLst/>
          </a:prstGeom>
          <a:ln>
            <a:solidFill>
              <a:srgbClr val="8889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76099" y="6379682"/>
            <a:ext cx="609286" cy="365125"/>
          </a:xfrm>
          <a:prstGeom prst="rect">
            <a:avLst/>
          </a:prstGeom>
        </p:spPr>
        <p:txBody>
          <a:bodyPr anchor="ctr"/>
          <a:lstStyle>
            <a:lvl1pPr>
              <a:defRPr sz="900">
                <a:solidFill>
                  <a:srgbClr val="88897F"/>
                </a:solidFill>
              </a:defRPr>
            </a:lvl1pPr>
          </a:lstStyle>
          <a:p>
            <a:fld id="{633399F4-CBC9-4A63-B788-6B0EB92D13C1}" type="slidenum">
              <a:rPr lang="zh-CN" altLang="en-US" smtClean="0"/>
            </a:fld>
            <a:endParaRPr lang="zh-CN" altLang="en-US"/>
          </a:p>
        </p:txBody>
      </p:sp>
      <p:pic>
        <p:nvPicPr>
          <p:cNvPr id="18" name="図 8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743077" y="6423921"/>
            <a:ext cx="2112603" cy="313469"/>
          </a:xfrm>
          <a:prstGeom prst="rect">
            <a:avLst/>
          </a:prstGeom>
        </p:spPr>
      </p:pic>
      <p:pic>
        <p:nvPicPr>
          <p:cNvPr id="8" name="図 10"/>
          <p:cNvPicPr>
            <a:picLocks noChangeAspect="1"/>
          </p:cNvPicPr>
          <p:nvPr userDrawn="1"/>
        </p:nvPicPr>
        <p:blipFill rotWithShape="1">
          <a:blip r:embed="rId3" cstate="print"/>
          <a:srcRect/>
          <a:stretch>
            <a:fillRect/>
          </a:stretch>
        </p:blipFill>
        <p:spPr>
          <a:xfrm>
            <a:off x="508" y="2"/>
            <a:ext cx="9142985" cy="1202267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4"/>
          <a:srcRect l="753"/>
          <a:stretch>
            <a:fillRect/>
          </a:stretch>
        </p:blipFill>
        <p:spPr>
          <a:xfrm>
            <a:off x="10142458" y="427939"/>
            <a:ext cx="1695096" cy="446271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5" Type="http://schemas.openxmlformats.org/officeDocument/2006/relationships/slideLayout" Target="../slideLayouts/slideLayout12.xml"/><Relationship Id="rId34" Type="http://schemas.openxmlformats.org/officeDocument/2006/relationships/image" Target="../media/image8.png"/><Relationship Id="rId33" Type="http://schemas.openxmlformats.org/officeDocument/2006/relationships/image" Target="../media/image7.png"/><Relationship Id="rId32" Type="http://schemas.openxmlformats.org/officeDocument/2006/relationships/image" Target="../media/image6.png"/><Relationship Id="rId31" Type="http://schemas.openxmlformats.org/officeDocument/2006/relationships/image" Target="../media/image5.png"/><Relationship Id="rId30" Type="http://schemas.openxmlformats.org/officeDocument/2006/relationships/image" Target="../media/image4.png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tags" Target="../tags/tag30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9" Type="http://schemas.openxmlformats.org/officeDocument/2006/relationships/slideLayout" Target="../slideLayouts/slideLayout12.xml"/><Relationship Id="rId78" Type="http://schemas.openxmlformats.org/officeDocument/2006/relationships/tags" Target="../tags/tag108.xml"/><Relationship Id="rId77" Type="http://schemas.openxmlformats.org/officeDocument/2006/relationships/tags" Target="../tags/tag107.xml"/><Relationship Id="rId76" Type="http://schemas.openxmlformats.org/officeDocument/2006/relationships/tags" Target="../tags/tag106.xml"/><Relationship Id="rId75" Type="http://schemas.openxmlformats.org/officeDocument/2006/relationships/tags" Target="../tags/tag105.xml"/><Relationship Id="rId74" Type="http://schemas.openxmlformats.org/officeDocument/2006/relationships/tags" Target="../tags/tag104.xml"/><Relationship Id="rId73" Type="http://schemas.openxmlformats.org/officeDocument/2006/relationships/tags" Target="../tags/tag103.xml"/><Relationship Id="rId72" Type="http://schemas.openxmlformats.org/officeDocument/2006/relationships/tags" Target="../tags/tag102.xml"/><Relationship Id="rId71" Type="http://schemas.openxmlformats.org/officeDocument/2006/relationships/tags" Target="../tags/tag101.xml"/><Relationship Id="rId70" Type="http://schemas.openxmlformats.org/officeDocument/2006/relationships/tags" Target="../tags/tag100.xml"/><Relationship Id="rId7" Type="http://schemas.openxmlformats.org/officeDocument/2006/relationships/tags" Target="../tags/tag37.xml"/><Relationship Id="rId69" Type="http://schemas.openxmlformats.org/officeDocument/2006/relationships/tags" Target="../tags/tag99.xml"/><Relationship Id="rId68" Type="http://schemas.openxmlformats.org/officeDocument/2006/relationships/tags" Target="../tags/tag98.xml"/><Relationship Id="rId67" Type="http://schemas.openxmlformats.org/officeDocument/2006/relationships/tags" Target="../tags/tag97.xml"/><Relationship Id="rId66" Type="http://schemas.openxmlformats.org/officeDocument/2006/relationships/tags" Target="../tags/tag96.xml"/><Relationship Id="rId65" Type="http://schemas.openxmlformats.org/officeDocument/2006/relationships/tags" Target="../tags/tag95.xml"/><Relationship Id="rId64" Type="http://schemas.openxmlformats.org/officeDocument/2006/relationships/tags" Target="../tags/tag94.xml"/><Relationship Id="rId63" Type="http://schemas.openxmlformats.org/officeDocument/2006/relationships/tags" Target="../tags/tag93.xml"/><Relationship Id="rId62" Type="http://schemas.openxmlformats.org/officeDocument/2006/relationships/tags" Target="../tags/tag92.xml"/><Relationship Id="rId61" Type="http://schemas.openxmlformats.org/officeDocument/2006/relationships/tags" Target="../tags/tag91.xml"/><Relationship Id="rId60" Type="http://schemas.openxmlformats.org/officeDocument/2006/relationships/tags" Target="../tags/tag90.xml"/><Relationship Id="rId6" Type="http://schemas.openxmlformats.org/officeDocument/2006/relationships/tags" Target="../tags/tag36.xml"/><Relationship Id="rId59" Type="http://schemas.openxmlformats.org/officeDocument/2006/relationships/tags" Target="../tags/tag89.xml"/><Relationship Id="rId58" Type="http://schemas.openxmlformats.org/officeDocument/2006/relationships/tags" Target="../tags/tag88.xml"/><Relationship Id="rId57" Type="http://schemas.openxmlformats.org/officeDocument/2006/relationships/tags" Target="../tags/tag87.xml"/><Relationship Id="rId56" Type="http://schemas.openxmlformats.org/officeDocument/2006/relationships/tags" Target="../tags/tag86.xml"/><Relationship Id="rId55" Type="http://schemas.openxmlformats.org/officeDocument/2006/relationships/tags" Target="../tags/tag85.xml"/><Relationship Id="rId54" Type="http://schemas.openxmlformats.org/officeDocument/2006/relationships/tags" Target="../tags/tag84.xml"/><Relationship Id="rId53" Type="http://schemas.openxmlformats.org/officeDocument/2006/relationships/tags" Target="../tags/tag83.xml"/><Relationship Id="rId52" Type="http://schemas.openxmlformats.org/officeDocument/2006/relationships/tags" Target="../tags/tag82.xml"/><Relationship Id="rId51" Type="http://schemas.openxmlformats.org/officeDocument/2006/relationships/tags" Target="../tags/tag81.xml"/><Relationship Id="rId50" Type="http://schemas.openxmlformats.org/officeDocument/2006/relationships/tags" Target="../tags/tag80.xml"/><Relationship Id="rId5" Type="http://schemas.openxmlformats.org/officeDocument/2006/relationships/tags" Target="../tags/tag35.xml"/><Relationship Id="rId49" Type="http://schemas.openxmlformats.org/officeDocument/2006/relationships/tags" Target="../tags/tag79.xml"/><Relationship Id="rId48" Type="http://schemas.openxmlformats.org/officeDocument/2006/relationships/tags" Target="../tags/tag78.xml"/><Relationship Id="rId47" Type="http://schemas.openxmlformats.org/officeDocument/2006/relationships/tags" Target="../tags/tag77.xml"/><Relationship Id="rId46" Type="http://schemas.openxmlformats.org/officeDocument/2006/relationships/tags" Target="../tags/tag76.xml"/><Relationship Id="rId45" Type="http://schemas.openxmlformats.org/officeDocument/2006/relationships/tags" Target="../tags/tag75.xml"/><Relationship Id="rId44" Type="http://schemas.openxmlformats.org/officeDocument/2006/relationships/tags" Target="../tags/tag74.xml"/><Relationship Id="rId43" Type="http://schemas.openxmlformats.org/officeDocument/2006/relationships/tags" Target="../tags/tag73.xml"/><Relationship Id="rId42" Type="http://schemas.openxmlformats.org/officeDocument/2006/relationships/tags" Target="../tags/tag72.xml"/><Relationship Id="rId41" Type="http://schemas.openxmlformats.org/officeDocument/2006/relationships/tags" Target="../tags/tag71.xml"/><Relationship Id="rId40" Type="http://schemas.openxmlformats.org/officeDocument/2006/relationships/tags" Target="../tags/tag70.xml"/><Relationship Id="rId4" Type="http://schemas.openxmlformats.org/officeDocument/2006/relationships/tags" Target="../tags/tag34.xml"/><Relationship Id="rId39" Type="http://schemas.openxmlformats.org/officeDocument/2006/relationships/tags" Target="../tags/tag69.xml"/><Relationship Id="rId38" Type="http://schemas.openxmlformats.org/officeDocument/2006/relationships/tags" Target="../tags/tag68.xml"/><Relationship Id="rId37" Type="http://schemas.openxmlformats.org/officeDocument/2006/relationships/tags" Target="../tags/tag67.xml"/><Relationship Id="rId36" Type="http://schemas.openxmlformats.org/officeDocument/2006/relationships/tags" Target="../tags/tag66.xml"/><Relationship Id="rId35" Type="http://schemas.openxmlformats.org/officeDocument/2006/relationships/tags" Target="../tags/tag65.xml"/><Relationship Id="rId34" Type="http://schemas.openxmlformats.org/officeDocument/2006/relationships/tags" Target="../tags/tag64.xml"/><Relationship Id="rId33" Type="http://schemas.openxmlformats.org/officeDocument/2006/relationships/tags" Target="../tags/tag63.xml"/><Relationship Id="rId32" Type="http://schemas.openxmlformats.org/officeDocument/2006/relationships/tags" Target="../tags/tag62.xml"/><Relationship Id="rId31" Type="http://schemas.openxmlformats.org/officeDocument/2006/relationships/tags" Target="../tags/tag61.xml"/><Relationship Id="rId30" Type="http://schemas.openxmlformats.org/officeDocument/2006/relationships/tags" Target="../tags/tag60.xml"/><Relationship Id="rId3" Type="http://schemas.openxmlformats.org/officeDocument/2006/relationships/tags" Target="../tags/tag33.xml"/><Relationship Id="rId29" Type="http://schemas.openxmlformats.org/officeDocument/2006/relationships/tags" Target="../tags/tag59.xml"/><Relationship Id="rId28" Type="http://schemas.openxmlformats.org/officeDocument/2006/relationships/tags" Target="../tags/tag58.xml"/><Relationship Id="rId27" Type="http://schemas.openxmlformats.org/officeDocument/2006/relationships/tags" Target="../tags/tag57.xml"/><Relationship Id="rId26" Type="http://schemas.openxmlformats.org/officeDocument/2006/relationships/tags" Target="../tags/tag56.xml"/><Relationship Id="rId25" Type="http://schemas.openxmlformats.org/officeDocument/2006/relationships/tags" Target="../tags/tag55.xml"/><Relationship Id="rId24" Type="http://schemas.openxmlformats.org/officeDocument/2006/relationships/tags" Target="../tags/tag54.xml"/><Relationship Id="rId23" Type="http://schemas.openxmlformats.org/officeDocument/2006/relationships/tags" Target="../tags/tag53.xml"/><Relationship Id="rId22" Type="http://schemas.openxmlformats.org/officeDocument/2006/relationships/tags" Target="../tags/tag52.xml"/><Relationship Id="rId21" Type="http://schemas.openxmlformats.org/officeDocument/2006/relationships/tags" Target="../tags/tag51.xml"/><Relationship Id="rId20" Type="http://schemas.openxmlformats.org/officeDocument/2006/relationships/tags" Target="../tags/tag50.xml"/><Relationship Id="rId2" Type="http://schemas.openxmlformats.org/officeDocument/2006/relationships/tags" Target="../tags/tag32.xml"/><Relationship Id="rId19" Type="http://schemas.openxmlformats.org/officeDocument/2006/relationships/tags" Target="../tags/tag49.xml"/><Relationship Id="rId18" Type="http://schemas.openxmlformats.org/officeDocument/2006/relationships/tags" Target="../tags/tag48.xml"/><Relationship Id="rId17" Type="http://schemas.openxmlformats.org/officeDocument/2006/relationships/tags" Target="../tags/tag47.xml"/><Relationship Id="rId16" Type="http://schemas.openxmlformats.org/officeDocument/2006/relationships/tags" Target="../tags/tag46.xml"/><Relationship Id="rId15" Type="http://schemas.openxmlformats.org/officeDocument/2006/relationships/tags" Target="../tags/tag45.xml"/><Relationship Id="rId14" Type="http://schemas.openxmlformats.org/officeDocument/2006/relationships/tags" Target="../tags/tag44.xml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tags" Target="../tags/tag41.xml"/><Relationship Id="rId10" Type="http://schemas.openxmlformats.org/officeDocument/2006/relationships/tags" Target="../tags/tag40.xml"/><Relationship Id="rId1" Type="http://schemas.openxmlformats.org/officeDocument/2006/relationships/tags" Target="../tags/tag3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17.xml"/><Relationship Id="rId8" Type="http://schemas.openxmlformats.org/officeDocument/2006/relationships/tags" Target="../tags/tag116.xml"/><Relationship Id="rId7" Type="http://schemas.openxmlformats.org/officeDocument/2006/relationships/tags" Target="../tags/tag115.xml"/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5" Type="http://schemas.openxmlformats.org/officeDocument/2006/relationships/slideLayout" Target="../slideLayouts/slideLayout12.xml"/><Relationship Id="rId24" Type="http://schemas.openxmlformats.org/officeDocument/2006/relationships/tags" Target="../tags/tag132.xml"/><Relationship Id="rId23" Type="http://schemas.openxmlformats.org/officeDocument/2006/relationships/tags" Target="../tags/tag131.xml"/><Relationship Id="rId22" Type="http://schemas.openxmlformats.org/officeDocument/2006/relationships/tags" Target="../tags/tag130.xml"/><Relationship Id="rId21" Type="http://schemas.openxmlformats.org/officeDocument/2006/relationships/tags" Target="../tags/tag129.xml"/><Relationship Id="rId20" Type="http://schemas.openxmlformats.org/officeDocument/2006/relationships/tags" Target="../tags/tag128.xml"/><Relationship Id="rId2" Type="http://schemas.openxmlformats.org/officeDocument/2006/relationships/tags" Target="../tags/tag110.xml"/><Relationship Id="rId19" Type="http://schemas.openxmlformats.org/officeDocument/2006/relationships/tags" Target="../tags/tag127.xml"/><Relationship Id="rId18" Type="http://schemas.openxmlformats.org/officeDocument/2006/relationships/tags" Target="../tags/tag126.xml"/><Relationship Id="rId17" Type="http://schemas.openxmlformats.org/officeDocument/2006/relationships/tags" Target="../tags/tag125.xml"/><Relationship Id="rId16" Type="http://schemas.openxmlformats.org/officeDocument/2006/relationships/tags" Target="../tags/tag124.xml"/><Relationship Id="rId15" Type="http://schemas.openxmlformats.org/officeDocument/2006/relationships/tags" Target="../tags/tag123.xml"/><Relationship Id="rId14" Type="http://schemas.openxmlformats.org/officeDocument/2006/relationships/tags" Target="../tags/tag122.xml"/><Relationship Id="rId13" Type="http://schemas.openxmlformats.org/officeDocument/2006/relationships/tags" Target="../tags/tag121.xml"/><Relationship Id="rId12" Type="http://schemas.openxmlformats.org/officeDocument/2006/relationships/tags" Target="../tags/tag120.xml"/><Relationship Id="rId11" Type="http://schemas.openxmlformats.org/officeDocument/2006/relationships/tags" Target="../tags/tag119.xml"/><Relationship Id="rId10" Type="http://schemas.openxmlformats.org/officeDocument/2006/relationships/tags" Target="../tags/tag118.xml"/><Relationship Id="rId1" Type="http://schemas.openxmlformats.org/officeDocument/2006/relationships/tags" Target="../tags/tag10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41.xml"/><Relationship Id="rId8" Type="http://schemas.openxmlformats.org/officeDocument/2006/relationships/tags" Target="../tags/tag140.xml"/><Relationship Id="rId7" Type="http://schemas.openxmlformats.org/officeDocument/2006/relationships/tags" Target="../tags/tag139.xml"/><Relationship Id="rId6" Type="http://schemas.openxmlformats.org/officeDocument/2006/relationships/tags" Target="../tags/tag138.xml"/><Relationship Id="rId5" Type="http://schemas.openxmlformats.org/officeDocument/2006/relationships/tags" Target="../tags/tag137.xml"/><Relationship Id="rId4" Type="http://schemas.openxmlformats.org/officeDocument/2006/relationships/tags" Target="../tags/tag136.xml"/><Relationship Id="rId3" Type="http://schemas.openxmlformats.org/officeDocument/2006/relationships/tags" Target="../tags/tag135.xml"/><Relationship Id="rId24" Type="http://schemas.openxmlformats.org/officeDocument/2006/relationships/slideLayout" Target="../slideLayouts/slideLayout12.xml"/><Relationship Id="rId23" Type="http://schemas.openxmlformats.org/officeDocument/2006/relationships/tags" Target="../tags/tag155.xml"/><Relationship Id="rId22" Type="http://schemas.openxmlformats.org/officeDocument/2006/relationships/tags" Target="../tags/tag154.xml"/><Relationship Id="rId21" Type="http://schemas.openxmlformats.org/officeDocument/2006/relationships/tags" Target="../tags/tag153.xml"/><Relationship Id="rId20" Type="http://schemas.openxmlformats.org/officeDocument/2006/relationships/tags" Target="../tags/tag152.xml"/><Relationship Id="rId2" Type="http://schemas.openxmlformats.org/officeDocument/2006/relationships/tags" Target="../tags/tag134.xml"/><Relationship Id="rId19" Type="http://schemas.openxmlformats.org/officeDocument/2006/relationships/tags" Target="../tags/tag151.xml"/><Relationship Id="rId18" Type="http://schemas.openxmlformats.org/officeDocument/2006/relationships/tags" Target="../tags/tag150.xml"/><Relationship Id="rId17" Type="http://schemas.openxmlformats.org/officeDocument/2006/relationships/tags" Target="../tags/tag149.xml"/><Relationship Id="rId16" Type="http://schemas.openxmlformats.org/officeDocument/2006/relationships/tags" Target="../tags/tag148.xml"/><Relationship Id="rId15" Type="http://schemas.openxmlformats.org/officeDocument/2006/relationships/tags" Target="../tags/tag147.xml"/><Relationship Id="rId14" Type="http://schemas.openxmlformats.org/officeDocument/2006/relationships/tags" Target="../tags/tag146.xml"/><Relationship Id="rId13" Type="http://schemas.openxmlformats.org/officeDocument/2006/relationships/tags" Target="../tags/tag145.xml"/><Relationship Id="rId12" Type="http://schemas.openxmlformats.org/officeDocument/2006/relationships/tags" Target="../tags/tag144.xml"/><Relationship Id="rId11" Type="http://schemas.openxmlformats.org/officeDocument/2006/relationships/tags" Target="../tags/tag143.xml"/><Relationship Id="rId10" Type="http://schemas.openxmlformats.org/officeDocument/2006/relationships/tags" Target="../tags/tag142.xml"/><Relationship Id="rId1" Type="http://schemas.openxmlformats.org/officeDocument/2006/relationships/tags" Target="../tags/tag13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62.xml"/><Relationship Id="rId8" Type="http://schemas.openxmlformats.org/officeDocument/2006/relationships/tags" Target="../tags/tag161.xml"/><Relationship Id="rId7" Type="http://schemas.openxmlformats.org/officeDocument/2006/relationships/tags" Target="../tags/tag160.xml"/><Relationship Id="rId6" Type="http://schemas.openxmlformats.org/officeDocument/2006/relationships/tags" Target="../tags/tag159.xml"/><Relationship Id="rId5" Type="http://schemas.openxmlformats.org/officeDocument/2006/relationships/tags" Target="../tags/tag158.xml"/><Relationship Id="rId4" Type="http://schemas.openxmlformats.org/officeDocument/2006/relationships/tags" Target="../tags/tag157.xml"/><Relationship Id="rId3" Type="http://schemas.openxmlformats.org/officeDocument/2006/relationships/tags" Target="../tags/tag156.xml"/><Relationship Id="rId2" Type="http://schemas.openxmlformats.org/officeDocument/2006/relationships/image" Target="../media/image14.png"/><Relationship Id="rId18" Type="http://schemas.openxmlformats.org/officeDocument/2006/relationships/slideLayout" Target="../slideLayouts/slideLayout12.xml"/><Relationship Id="rId17" Type="http://schemas.openxmlformats.org/officeDocument/2006/relationships/tags" Target="../tags/tag170.xml"/><Relationship Id="rId16" Type="http://schemas.openxmlformats.org/officeDocument/2006/relationships/tags" Target="../tags/tag169.xml"/><Relationship Id="rId15" Type="http://schemas.openxmlformats.org/officeDocument/2006/relationships/tags" Target="../tags/tag168.xml"/><Relationship Id="rId14" Type="http://schemas.openxmlformats.org/officeDocument/2006/relationships/tags" Target="../tags/tag167.xml"/><Relationship Id="rId13" Type="http://schemas.openxmlformats.org/officeDocument/2006/relationships/tags" Target="../tags/tag166.xml"/><Relationship Id="rId12" Type="http://schemas.openxmlformats.org/officeDocument/2006/relationships/tags" Target="../tags/tag165.xml"/><Relationship Id="rId11" Type="http://schemas.openxmlformats.org/officeDocument/2006/relationships/tags" Target="../tags/tag164.xml"/><Relationship Id="rId10" Type="http://schemas.openxmlformats.org/officeDocument/2006/relationships/tags" Target="../tags/tag163.xml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78.xml"/><Relationship Id="rId8" Type="http://schemas.openxmlformats.org/officeDocument/2006/relationships/tags" Target="../tags/tag177.xml"/><Relationship Id="rId7" Type="http://schemas.openxmlformats.org/officeDocument/2006/relationships/tags" Target="../tags/tag176.xml"/><Relationship Id="rId6" Type="http://schemas.openxmlformats.org/officeDocument/2006/relationships/tags" Target="../tags/tag175.xml"/><Relationship Id="rId5" Type="http://schemas.openxmlformats.org/officeDocument/2006/relationships/tags" Target="../tags/tag174.xml"/><Relationship Id="rId47" Type="http://schemas.openxmlformats.org/officeDocument/2006/relationships/slideLayout" Target="../slideLayouts/slideLayout12.xml"/><Relationship Id="rId46" Type="http://schemas.openxmlformats.org/officeDocument/2006/relationships/tags" Target="../tags/tag215.xml"/><Relationship Id="rId45" Type="http://schemas.openxmlformats.org/officeDocument/2006/relationships/tags" Target="../tags/tag214.xml"/><Relationship Id="rId44" Type="http://schemas.openxmlformats.org/officeDocument/2006/relationships/tags" Target="../tags/tag213.xml"/><Relationship Id="rId43" Type="http://schemas.openxmlformats.org/officeDocument/2006/relationships/tags" Target="../tags/tag212.xml"/><Relationship Id="rId42" Type="http://schemas.openxmlformats.org/officeDocument/2006/relationships/tags" Target="../tags/tag211.xml"/><Relationship Id="rId41" Type="http://schemas.openxmlformats.org/officeDocument/2006/relationships/tags" Target="../tags/tag210.xml"/><Relationship Id="rId40" Type="http://schemas.openxmlformats.org/officeDocument/2006/relationships/tags" Target="../tags/tag209.xml"/><Relationship Id="rId4" Type="http://schemas.openxmlformats.org/officeDocument/2006/relationships/tags" Target="../tags/tag173.xml"/><Relationship Id="rId39" Type="http://schemas.openxmlformats.org/officeDocument/2006/relationships/tags" Target="../tags/tag208.xml"/><Relationship Id="rId38" Type="http://schemas.openxmlformats.org/officeDocument/2006/relationships/tags" Target="../tags/tag207.xml"/><Relationship Id="rId37" Type="http://schemas.openxmlformats.org/officeDocument/2006/relationships/tags" Target="../tags/tag206.xml"/><Relationship Id="rId36" Type="http://schemas.openxmlformats.org/officeDocument/2006/relationships/tags" Target="../tags/tag205.xml"/><Relationship Id="rId35" Type="http://schemas.openxmlformats.org/officeDocument/2006/relationships/tags" Target="../tags/tag204.xml"/><Relationship Id="rId34" Type="http://schemas.openxmlformats.org/officeDocument/2006/relationships/tags" Target="../tags/tag203.xml"/><Relationship Id="rId33" Type="http://schemas.openxmlformats.org/officeDocument/2006/relationships/tags" Target="../tags/tag202.xml"/><Relationship Id="rId32" Type="http://schemas.openxmlformats.org/officeDocument/2006/relationships/tags" Target="../tags/tag201.xml"/><Relationship Id="rId31" Type="http://schemas.openxmlformats.org/officeDocument/2006/relationships/tags" Target="../tags/tag200.xml"/><Relationship Id="rId30" Type="http://schemas.openxmlformats.org/officeDocument/2006/relationships/tags" Target="../tags/tag199.xml"/><Relationship Id="rId3" Type="http://schemas.openxmlformats.org/officeDocument/2006/relationships/tags" Target="../tags/tag172.xml"/><Relationship Id="rId29" Type="http://schemas.openxmlformats.org/officeDocument/2006/relationships/tags" Target="../tags/tag198.xml"/><Relationship Id="rId28" Type="http://schemas.openxmlformats.org/officeDocument/2006/relationships/tags" Target="../tags/tag197.xml"/><Relationship Id="rId27" Type="http://schemas.openxmlformats.org/officeDocument/2006/relationships/tags" Target="../tags/tag196.xml"/><Relationship Id="rId26" Type="http://schemas.openxmlformats.org/officeDocument/2006/relationships/tags" Target="../tags/tag195.xml"/><Relationship Id="rId25" Type="http://schemas.openxmlformats.org/officeDocument/2006/relationships/tags" Target="../tags/tag194.xml"/><Relationship Id="rId24" Type="http://schemas.openxmlformats.org/officeDocument/2006/relationships/tags" Target="../tags/tag193.xml"/><Relationship Id="rId23" Type="http://schemas.openxmlformats.org/officeDocument/2006/relationships/tags" Target="../tags/tag192.xml"/><Relationship Id="rId22" Type="http://schemas.openxmlformats.org/officeDocument/2006/relationships/tags" Target="../tags/tag191.xml"/><Relationship Id="rId21" Type="http://schemas.openxmlformats.org/officeDocument/2006/relationships/tags" Target="../tags/tag190.xml"/><Relationship Id="rId20" Type="http://schemas.openxmlformats.org/officeDocument/2006/relationships/tags" Target="../tags/tag189.xml"/><Relationship Id="rId2" Type="http://schemas.openxmlformats.org/officeDocument/2006/relationships/tags" Target="../tags/tag171.xml"/><Relationship Id="rId19" Type="http://schemas.openxmlformats.org/officeDocument/2006/relationships/tags" Target="../tags/tag188.xml"/><Relationship Id="rId18" Type="http://schemas.openxmlformats.org/officeDocument/2006/relationships/tags" Target="../tags/tag187.xml"/><Relationship Id="rId17" Type="http://schemas.openxmlformats.org/officeDocument/2006/relationships/tags" Target="../tags/tag186.xml"/><Relationship Id="rId16" Type="http://schemas.openxmlformats.org/officeDocument/2006/relationships/tags" Target="../tags/tag185.xml"/><Relationship Id="rId15" Type="http://schemas.openxmlformats.org/officeDocument/2006/relationships/tags" Target="../tags/tag184.xml"/><Relationship Id="rId14" Type="http://schemas.openxmlformats.org/officeDocument/2006/relationships/tags" Target="../tags/tag183.xml"/><Relationship Id="rId13" Type="http://schemas.openxmlformats.org/officeDocument/2006/relationships/tags" Target="../tags/tag182.xml"/><Relationship Id="rId12" Type="http://schemas.openxmlformats.org/officeDocument/2006/relationships/tags" Target="../tags/tag181.xml"/><Relationship Id="rId11" Type="http://schemas.openxmlformats.org/officeDocument/2006/relationships/tags" Target="../tags/tag180.xml"/><Relationship Id="rId10" Type="http://schemas.openxmlformats.org/officeDocument/2006/relationships/tags" Target="../tags/tag179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2.xml"/><Relationship Id="rId6" Type="http://schemas.openxmlformats.org/officeDocument/2006/relationships/tags" Target="../tags/tag218.xml"/><Relationship Id="rId5" Type="http://schemas.openxmlformats.org/officeDocument/2006/relationships/tags" Target="../tags/tag217.xml"/><Relationship Id="rId4" Type="http://schemas.openxmlformats.org/officeDocument/2006/relationships/tags" Target="../tags/tag216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227.xml"/><Relationship Id="rId8" Type="http://schemas.openxmlformats.org/officeDocument/2006/relationships/tags" Target="../tags/tag226.xml"/><Relationship Id="rId7" Type="http://schemas.openxmlformats.org/officeDocument/2006/relationships/tags" Target="../tags/tag225.xml"/><Relationship Id="rId6" Type="http://schemas.openxmlformats.org/officeDocument/2006/relationships/tags" Target="../tags/tag224.xml"/><Relationship Id="rId53" Type="http://schemas.openxmlformats.org/officeDocument/2006/relationships/slideLayout" Target="../slideLayouts/slideLayout12.xml"/><Relationship Id="rId52" Type="http://schemas.openxmlformats.org/officeDocument/2006/relationships/tags" Target="../tags/tag270.xml"/><Relationship Id="rId51" Type="http://schemas.openxmlformats.org/officeDocument/2006/relationships/tags" Target="../tags/tag269.xml"/><Relationship Id="rId50" Type="http://schemas.openxmlformats.org/officeDocument/2006/relationships/tags" Target="../tags/tag268.xml"/><Relationship Id="rId5" Type="http://schemas.openxmlformats.org/officeDocument/2006/relationships/tags" Target="../tags/tag223.xml"/><Relationship Id="rId49" Type="http://schemas.openxmlformats.org/officeDocument/2006/relationships/tags" Target="../tags/tag267.xml"/><Relationship Id="rId48" Type="http://schemas.openxmlformats.org/officeDocument/2006/relationships/tags" Target="../tags/tag266.xml"/><Relationship Id="rId47" Type="http://schemas.openxmlformats.org/officeDocument/2006/relationships/tags" Target="../tags/tag265.xml"/><Relationship Id="rId46" Type="http://schemas.openxmlformats.org/officeDocument/2006/relationships/tags" Target="../tags/tag264.xml"/><Relationship Id="rId45" Type="http://schemas.openxmlformats.org/officeDocument/2006/relationships/tags" Target="../tags/tag263.xml"/><Relationship Id="rId44" Type="http://schemas.openxmlformats.org/officeDocument/2006/relationships/tags" Target="../tags/tag262.xml"/><Relationship Id="rId43" Type="http://schemas.openxmlformats.org/officeDocument/2006/relationships/tags" Target="../tags/tag261.xml"/><Relationship Id="rId42" Type="http://schemas.openxmlformats.org/officeDocument/2006/relationships/tags" Target="../tags/tag260.xml"/><Relationship Id="rId41" Type="http://schemas.openxmlformats.org/officeDocument/2006/relationships/tags" Target="../tags/tag259.xml"/><Relationship Id="rId40" Type="http://schemas.openxmlformats.org/officeDocument/2006/relationships/tags" Target="../tags/tag258.xml"/><Relationship Id="rId4" Type="http://schemas.openxmlformats.org/officeDocument/2006/relationships/tags" Target="../tags/tag222.xml"/><Relationship Id="rId39" Type="http://schemas.openxmlformats.org/officeDocument/2006/relationships/tags" Target="../tags/tag257.xml"/><Relationship Id="rId38" Type="http://schemas.openxmlformats.org/officeDocument/2006/relationships/tags" Target="../tags/tag256.xml"/><Relationship Id="rId37" Type="http://schemas.openxmlformats.org/officeDocument/2006/relationships/tags" Target="../tags/tag255.xml"/><Relationship Id="rId36" Type="http://schemas.openxmlformats.org/officeDocument/2006/relationships/tags" Target="../tags/tag254.xml"/><Relationship Id="rId35" Type="http://schemas.openxmlformats.org/officeDocument/2006/relationships/tags" Target="../tags/tag253.xml"/><Relationship Id="rId34" Type="http://schemas.openxmlformats.org/officeDocument/2006/relationships/tags" Target="../tags/tag252.xml"/><Relationship Id="rId33" Type="http://schemas.openxmlformats.org/officeDocument/2006/relationships/tags" Target="../tags/tag251.xml"/><Relationship Id="rId32" Type="http://schemas.openxmlformats.org/officeDocument/2006/relationships/tags" Target="../tags/tag250.xml"/><Relationship Id="rId31" Type="http://schemas.openxmlformats.org/officeDocument/2006/relationships/tags" Target="../tags/tag249.xml"/><Relationship Id="rId30" Type="http://schemas.openxmlformats.org/officeDocument/2006/relationships/tags" Target="../tags/tag248.xml"/><Relationship Id="rId3" Type="http://schemas.openxmlformats.org/officeDocument/2006/relationships/tags" Target="../tags/tag221.xml"/><Relationship Id="rId29" Type="http://schemas.openxmlformats.org/officeDocument/2006/relationships/tags" Target="../tags/tag247.xml"/><Relationship Id="rId28" Type="http://schemas.openxmlformats.org/officeDocument/2006/relationships/tags" Target="../tags/tag246.xml"/><Relationship Id="rId27" Type="http://schemas.openxmlformats.org/officeDocument/2006/relationships/tags" Target="../tags/tag245.xml"/><Relationship Id="rId26" Type="http://schemas.openxmlformats.org/officeDocument/2006/relationships/tags" Target="../tags/tag244.xml"/><Relationship Id="rId25" Type="http://schemas.openxmlformats.org/officeDocument/2006/relationships/tags" Target="../tags/tag243.xml"/><Relationship Id="rId24" Type="http://schemas.openxmlformats.org/officeDocument/2006/relationships/tags" Target="../tags/tag242.xml"/><Relationship Id="rId23" Type="http://schemas.openxmlformats.org/officeDocument/2006/relationships/tags" Target="../tags/tag241.xml"/><Relationship Id="rId22" Type="http://schemas.openxmlformats.org/officeDocument/2006/relationships/tags" Target="../tags/tag240.xml"/><Relationship Id="rId21" Type="http://schemas.openxmlformats.org/officeDocument/2006/relationships/tags" Target="../tags/tag239.xml"/><Relationship Id="rId20" Type="http://schemas.openxmlformats.org/officeDocument/2006/relationships/tags" Target="../tags/tag238.xml"/><Relationship Id="rId2" Type="http://schemas.openxmlformats.org/officeDocument/2006/relationships/tags" Target="../tags/tag220.xml"/><Relationship Id="rId19" Type="http://schemas.openxmlformats.org/officeDocument/2006/relationships/tags" Target="../tags/tag237.xml"/><Relationship Id="rId18" Type="http://schemas.openxmlformats.org/officeDocument/2006/relationships/tags" Target="../tags/tag236.xml"/><Relationship Id="rId17" Type="http://schemas.openxmlformats.org/officeDocument/2006/relationships/tags" Target="../tags/tag235.xml"/><Relationship Id="rId16" Type="http://schemas.openxmlformats.org/officeDocument/2006/relationships/tags" Target="../tags/tag234.xml"/><Relationship Id="rId15" Type="http://schemas.openxmlformats.org/officeDocument/2006/relationships/tags" Target="../tags/tag233.xml"/><Relationship Id="rId14" Type="http://schemas.openxmlformats.org/officeDocument/2006/relationships/tags" Target="../tags/tag232.xml"/><Relationship Id="rId13" Type="http://schemas.openxmlformats.org/officeDocument/2006/relationships/tags" Target="../tags/tag231.xml"/><Relationship Id="rId12" Type="http://schemas.openxmlformats.org/officeDocument/2006/relationships/tags" Target="../tags/tag230.xml"/><Relationship Id="rId11" Type="http://schemas.openxmlformats.org/officeDocument/2006/relationships/tags" Target="../tags/tag229.xml"/><Relationship Id="rId10" Type="http://schemas.openxmlformats.org/officeDocument/2006/relationships/tags" Target="../tags/tag228.xml"/><Relationship Id="rId1" Type="http://schemas.openxmlformats.org/officeDocument/2006/relationships/tags" Target="../tags/tag21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279.xml"/><Relationship Id="rId8" Type="http://schemas.openxmlformats.org/officeDocument/2006/relationships/tags" Target="../tags/tag278.xml"/><Relationship Id="rId7" Type="http://schemas.openxmlformats.org/officeDocument/2006/relationships/tags" Target="../tags/tag277.xml"/><Relationship Id="rId6" Type="http://schemas.openxmlformats.org/officeDocument/2006/relationships/tags" Target="../tags/tag276.xml"/><Relationship Id="rId56" Type="http://schemas.openxmlformats.org/officeDocument/2006/relationships/slideLayout" Target="../slideLayouts/slideLayout12.xml"/><Relationship Id="rId55" Type="http://schemas.openxmlformats.org/officeDocument/2006/relationships/tags" Target="../tags/tag325.xml"/><Relationship Id="rId54" Type="http://schemas.openxmlformats.org/officeDocument/2006/relationships/tags" Target="../tags/tag324.xml"/><Relationship Id="rId53" Type="http://schemas.openxmlformats.org/officeDocument/2006/relationships/tags" Target="../tags/tag323.xml"/><Relationship Id="rId52" Type="http://schemas.openxmlformats.org/officeDocument/2006/relationships/tags" Target="../tags/tag322.xml"/><Relationship Id="rId51" Type="http://schemas.openxmlformats.org/officeDocument/2006/relationships/tags" Target="../tags/tag321.xml"/><Relationship Id="rId50" Type="http://schemas.openxmlformats.org/officeDocument/2006/relationships/tags" Target="../tags/tag320.xml"/><Relationship Id="rId5" Type="http://schemas.openxmlformats.org/officeDocument/2006/relationships/tags" Target="../tags/tag275.xml"/><Relationship Id="rId49" Type="http://schemas.openxmlformats.org/officeDocument/2006/relationships/tags" Target="../tags/tag319.xml"/><Relationship Id="rId48" Type="http://schemas.openxmlformats.org/officeDocument/2006/relationships/tags" Target="../tags/tag318.xml"/><Relationship Id="rId47" Type="http://schemas.openxmlformats.org/officeDocument/2006/relationships/tags" Target="../tags/tag317.xml"/><Relationship Id="rId46" Type="http://schemas.openxmlformats.org/officeDocument/2006/relationships/tags" Target="../tags/tag316.xml"/><Relationship Id="rId45" Type="http://schemas.openxmlformats.org/officeDocument/2006/relationships/tags" Target="../tags/tag315.xml"/><Relationship Id="rId44" Type="http://schemas.openxmlformats.org/officeDocument/2006/relationships/tags" Target="../tags/tag314.xml"/><Relationship Id="rId43" Type="http://schemas.openxmlformats.org/officeDocument/2006/relationships/tags" Target="../tags/tag313.xml"/><Relationship Id="rId42" Type="http://schemas.openxmlformats.org/officeDocument/2006/relationships/tags" Target="../tags/tag312.xml"/><Relationship Id="rId41" Type="http://schemas.openxmlformats.org/officeDocument/2006/relationships/tags" Target="../tags/tag311.xml"/><Relationship Id="rId40" Type="http://schemas.openxmlformats.org/officeDocument/2006/relationships/tags" Target="../tags/tag310.xml"/><Relationship Id="rId4" Type="http://schemas.openxmlformats.org/officeDocument/2006/relationships/tags" Target="../tags/tag274.xml"/><Relationship Id="rId39" Type="http://schemas.openxmlformats.org/officeDocument/2006/relationships/tags" Target="../tags/tag309.xml"/><Relationship Id="rId38" Type="http://schemas.openxmlformats.org/officeDocument/2006/relationships/tags" Target="../tags/tag308.xml"/><Relationship Id="rId37" Type="http://schemas.openxmlformats.org/officeDocument/2006/relationships/tags" Target="../tags/tag307.xml"/><Relationship Id="rId36" Type="http://schemas.openxmlformats.org/officeDocument/2006/relationships/tags" Target="../tags/tag306.xml"/><Relationship Id="rId35" Type="http://schemas.openxmlformats.org/officeDocument/2006/relationships/tags" Target="../tags/tag305.xml"/><Relationship Id="rId34" Type="http://schemas.openxmlformats.org/officeDocument/2006/relationships/tags" Target="../tags/tag304.xml"/><Relationship Id="rId33" Type="http://schemas.openxmlformats.org/officeDocument/2006/relationships/tags" Target="../tags/tag303.xml"/><Relationship Id="rId32" Type="http://schemas.openxmlformats.org/officeDocument/2006/relationships/tags" Target="../tags/tag302.xml"/><Relationship Id="rId31" Type="http://schemas.openxmlformats.org/officeDocument/2006/relationships/tags" Target="../tags/tag301.xml"/><Relationship Id="rId30" Type="http://schemas.openxmlformats.org/officeDocument/2006/relationships/tags" Target="../tags/tag300.xml"/><Relationship Id="rId3" Type="http://schemas.openxmlformats.org/officeDocument/2006/relationships/tags" Target="../tags/tag273.xml"/><Relationship Id="rId29" Type="http://schemas.openxmlformats.org/officeDocument/2006/relationships/tags" Target="../tags/tag299.xml"/><Relationship Id="rId28" Type="http://schemas.openxmlformats.org/officeDocument/2006/relationships/tags" Target="../tags/tag298.xml"/><Relationship Id="rId27" Type="http://schemas.openxmlformats.org/officeDocument/2006/relationships/tags" Target="../tags/tag297.xml"/><Relationship Id="rId26" Type="http://schemas.openxmlformats.org/officeDocument/2006/relationships/tags" Target="../tags/tag296.xml"/><Relationship Id="rId25" Type="http://schemas.openxmlformats.org/officeDocument/2006/relationships/tags" Target="../tags/tag295.xml"/><Relationship Id="rId24" Type="http://schemas.openxmlformats.org/officeDocument/2006/relationships/tags" Target="../tags/tag294.xml"/><Relationship Id="rId23" Type="http://schemas.openxmlformats.org/officeDocument/2006/relationships/tags" Target="../tags/tag293.xml"/><Relationship Id="rId22" Type="http://schemas.openxmlformats.org/officeDocument/2006/relationships/tags" Target="../tags/tag292.xml"/><Relationship Id="rId21" Type="http://schemas.openxmlformats.org/officeDocument/2006/relationships/tags" Target="../tags/tag291.xml"/><Relationship Id="rId20" Type="http://schemas.openxmlformats.org/officeDocument/2006/relationships/tags" Target="../tags/tag290.xml"/><Relationship Id="rId2" Type="http://schemas.openxmlformats.org/officeDocument/2006/relationships/tags" Target="../tags/tag272.xml"/><Relationship Id="rId19" Type="http://schemas.openxmlformats.org/officeDocument/2006/relationships/tags" Target="../tags/tag289.xml"/><Relationship Id="rId18" Type="http://schemas.openxmlformats.org/officeDocument/2006/relationships/tags" Target="../tags/tag288.xml"/><Relationship Id="rId17" Type="http://schemas.openxmlformats.org/officeDocument/2006/relationships/tags" Target="../tags/tag287.xml"/><Relationship Id="rId16" Type="http://schemas.openxmlformats.org/officeDocument/2006/relationships/tags" Target="../tags/tag286.xml"/><Relationship Id="rId15" Type="http://schemas.openxmlformats.org/officeDocument/2006/relationships/tags" Target="../tags/tag285.xml"/><Relationship Id="rId14" Type="http://schemas.openxmlformats.org/officeDocument/2006/relationships/tags" Target="../tags/tag284.xml"/><Relationship Id="rId13" Type="http://schemas.openxmlformats.org/officeDocument/2006/relationships/tags" Target="../tags/tag283.xml"/><Relationship Id="rId12" Type="http://schemas.openxmlformats.org/officeDocument/2006/relationships/tags" Target="../tags/tag282.xml"/><Relationship Id="rId11" Type="http://schemas.openxmlformats.org/officeDocument/2006/relationships/tags" Target="../tags/tag281.xml"/><Relationship Id="rId10" Type="http://schemas.openxmlformats.org/officeDocument/2006/relationships/tags" Target="../tags/tag280.xml"/><Relationship Id="rId1" Type="http://schemas.openxmlformats.org/officeDocument/2006/relationships/tags" Target="../tags/tag27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334.xml"/><Relationship Id="rId8" Type="http://schemas.openxmlformats.org/officeDocument/2006/relationships/tags" Target="../tags/tag333.xml"/><Relationship Id="rId7" Type="http://schemas.openxmlformats.org/officeDocument/2006/relationships/tags" Target="../tags/tag332.xml"/><Relationship Id="rId6" Type="http://schemas.openxmlformats.org/officeDocument/2006/relationships/tags" Target="../tags/tag331.xml"/><Relationship Id="rId5" Type="http://schemas.openxmlformats.org/officeDocument/2006/relationships/tags" Target="../tags/tag330.xml"/><Relationship Id="rId4" Type="http://schemas.openxmlformats.org/officeDocument/2006/relationships/tags" Target="../tags/tag329.xml"/><Relationship Id="rId3" Type="http://schemas.openxmlformats.org/officeDocument/2006/relationships/tags" Target="../tags/tag328.xml"/><Relationship Id="rId2" Type="http://schemas.openxmlformats.org/officeDocument/2006/relationships/tags" Target="../tags/tag327.x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18.png"/><Relationship Id="rId14" Type="http://schemas.openxmlformats.org/officeDocument/2006/relationships/tags" Target="../tags/tag339.xml"/><Relationship Id="rId13" Type="http://schemas.openxmlformats.org/officeDocument/2006/relationships/tags" Target="../tags/tag338.xml"/><Relationship Id="rId12" Type="http://schemas.openxmlformats.org/officeDocument/2006/relationships/tags" Target="../tags/tag337.xml"/><Relationship Id="rId11" Type="http://schemas.openxmlformats.org/officeDocument/2006/relationships/tags" Target="../tags/tag336.xml"/><Relationship Id="rId10" Type="http://schemas.openxmlformats.org/officeDocument/2006/relationships/tags" Target="../tags/tag335.xml"/><Relationship Id="rId1" Type="http://schemas.openxmlformats.org/officeDocument/2006/relationships/tags" Target="../tags/tag3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48615" y="10985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SMT</a:t>
            </a:r>
            <a:r>
              <a:rPr lang="zh-CN" altLang="en-US" sz="2800" b="1"/>
              <a:t>首件流程耗时</a:t>
            </a:r>
            <a:r>
              <a:rPr lang="zh-CN" altLang="en-US" sz="2800" b="1"/>
              <a:t>防错</a:t>
            </a:r>
            <a:endParaRPr lang="zh-CN" altLang="en-US" sz="2800" b="1"/>
          </a:p>
        </p:txBody>
      </p:sp>
      <p:sp>
        <p:nvSpPr>
          <p:cNvPr id="36" name="椭圆"/>
          <p:cNvSpPr/>
          <p:nvPr>
            <p:custDataLst>
              <p:tags r:id="rId1"/>
            </p:custDataLst>
          </p:nvPr>
        </p:nvSpPr>
        <p:spPr>
          <a:xfrm>
            <a:off x="1433195" y="2660651"/>
            <a:ext cx="1107440" cy="1108075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rgbClr val="376FFF"/>
                </a:gs>
                <a:gs pos="88000">
                  <a:srgbClr val="376FFF">
                    <a:alpha val="0"/>
                  </a:srgbClr>
                </a:gs>
              </a:gsLst>
              <a:lin ang="2700000" scaled="1"/>
              <a:tileRect/>
            </a:gradFill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lIns="109710" tIns="54855" rIns="109710" bIns="54855" rtlCol="0" anchor="ctr">
            <a:no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bg-BG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9" name="椭圆 8"/>
          <p:cNvSpPr/>
          <p:nvPr>
            <p:custDataLst>
              <p:tags r:id="rId2"/>
            </p:custDataLst>
          </p:nvPr>
        </p:nvSpPr>
        <p:spPr>
          <a:xfrm>
            <a:off x="1535430" y="2762886"/>
            <a:ext cx="902335" cy="902970"/>
          </a:xfrm>
          <a:prstGeom prst="ellipse">
            <a:avLst/>
          </a:prstGeom>
          <a:solidFill>
            <a:srgbClr val="376FFF"/>
          </a:solidFill>
        </p:spPr>
        <p:txBody>
          <a:bodyPr wrap="none" lIns="0" tIns="0" rIns="0" bIns="0" rtlCol="0" anchor="ctr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</a:t>
            </a:r>
            <a:endParaRPr lang="en-US" altLang="zh-CN" sz="2400" b="1">
              <a:solidFill>
                <a:srgbClr val="FFFFFF"/>
              </a:solidFill>
              <a:latin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8" name="弧形 85"/>
          <p:cNvSpPr/>
          <p:nvPr>
            <p:custDataLst>
              <p:tags r:id="rId3"/>
            </p:custDataLst>
          </p:nvPr>
        </p:nvSpPr>
        <p:spPr>
          <a:xfrm rot="16200000">
            <a:off x="1351280" y="2616836"/>
            <a:ext cx="1189355" cy="1189355"/>
          </a:xfrm>
          <a:prstGeom prst="arc">
            <a:avLst>
              <a:gd name="adj1" fmla="val 2657162"/>
              <a:gd name="adj2" fmla="val 8176062"/>
            </a:avLst>
          </a:prstGeom>
          <a:noFill/>
          <a:ln w="38100" cap="rnd">
            <a:solidFill>
              <a:srgbClr val="376FFF"/>
            </a:solidFill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>
            <a:no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43" name="椭圆"/>
          <p:cNvSpPr/>
          <p:nvPr>
            <p:custDataLst>
              <p:tags r:id="rId4"/>
            </p:custDataLst>
          </p:nvPr>
        </p:nvSpPr>
        <p:spPr>
          <a:xfrm>
            <a:off x="3499486" y="2660651"/>
            <a:ext cx="1107440" cy="1108075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rgbClr val="376FFF"/>
                </a:gs>
                <a:gs pos="88000">
                  <a:srgbClr val="376FFF">
                    <a:alpha val="0"/>
                  </a:srgbClr>
                </a:gs>
              </a:gsLst>
              <a:lin ang="2700000" scaled="1"/>
              <a:tileRect/>
            </a:gradFill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lIns="109710" tIns="54855" rIns="109710" bIns="54855" rtlCol="0" anchor="ctr">
            <a:no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bg-BG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17" name="椭圆 16"/>
          <p:cNvSpPr/>
          <p:nvPr>
            <p:custDataLst>
              <p:tags r:id="rId5"/>
            </p:custDataLst>
          </p:nvPr>
        </p:nvSpPr>
        <p:spPr>
          <a:xfrm>
            <a:off x="3601721" y="2762886"/>
            <a:ext cx="902335" cy="902970"/>
          </a:xfrm>
          <a:prstGeom prst="ellipse">
            <a:avLst/>
          </a:prstGeom>
          <a:solidFill>
            <a:srgbClr val="376FFF"/>
          </a:solidFill>
        </p:spPr>
        <p:txBody>
          <a:bodyPr wrap="none" lIns="0" tIns="0" rIns="0" bIns="0" rtlCol="0" anchor="ctr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</a:t>
            </a:r>
            <a:endParaRPr lang="en-US" altLang="zh-CN" sz="2400" b="1">
              <a:solidFill>
                <a:srgbClr val="FFFFFF"/>
              </a:solidFill>
              <a:latin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2" name="弧形 85"/>
          <p:cNvSpPr/>
          <p:nvPr>
            <p:custDataLst>
              <p:tags r:id="rId6"/>
            </p:custDataLst>
          </p:nvPr>
        </p:nvSpPr>
        <p:spPr>
          <a:xfrm rot="16200000">
            <a:off x="3417571" y="2616836"/>
            <a:ext cx="1189355" cy="1189355"/>
          </a:xfrm>
          <a:prstGeom prst="arc">
            <a:avLst>
              <a:gd name="adj1" fmla="val 2657162"/>
              <a:gd name="adj2" fmla="val 8176062"/>
            </a:avLst>
          </a:prstGeom>
          <a:noFill/>
          <a:ln w="38100" cap="rnd">
            <a:solidFill>
              <a:srgbClr val="376FFF"/>
            </a:solidFill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>
            <a:no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48" name="椭圆"/>
          <p:cNvSpPr/>
          <p:nvPr>
            <p:custDataLst>
              <p:tags r:id="rId7"/>
            </p:custDataLst>
          </p:nvPr>
        </p:nvSpPr>
        <p:spPr>
          <a:xfrm>
            <a:off x="5565776" y="2660651"/>
            <a:ext cx="1107440" cy="1108075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rgbClr val="376FFF"/>
                </a:gs>
                <a:gs pos="88000">
                  <a:srgbClr val="376FFF">
                    <a:alpha val="0"/>
                  </a:srgbClr>
                </a:gs>
              </a:gsLst>
              <a:lin ang="2700000" scaled="1"/>
              <a:tileRect/>
            </a:gradFill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lIns="109710" tIns="54855" rIns="109710" bIns="54855" rtlCol="0" anchor="ctr">
            <a:no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bg-BG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18" name="椭圆 17"/>
          <p:cNvSpPr/>
          <p:nvPr>
            <p:custDataLst>
              <p:tags r:id="rId8"/>
            </p:custDataLst>
          </p:nvPr>
        </p:nvSpPr>
        <p:spPr>
          <a:xfrm>
            <a:off x="5668011" y="2762886"/>
            <a:ext cx="902335" cy="902970"/>
          </a:xfrm>
          <a:prstGeom prst="ellipse">
            <a:avLst/>
          </a:prstGeom>
          <a:solidFill>
            <a:srgbClr val="376FFF"/>
          </a:solidFill>
        </p:spPr>
        <p:txBody>
          <a:bodyPr wrap="none" lIns="0" tIns="0" rIns="0" bIns="0" rtlCol="0" anchor="ctr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</a:t>
            </a:r>
            <a:endParaRPr lang="en-US" altLang="zh-CN" sz="2400" b="1">
              <a:solidFill>
                <a:srgbClr val="FFFFFF"/>
              </a:solidFill>
              <a:latin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7" name="弧形 85"/>
          <p:cNvSpPr/>
          <p:nvPr>
            <p:custDataLst>
              <p:tags r:id="rId9"/>
            </p:custDataLst>
          </p:nvPr>
        </p:nvSpPr>
        <p:spPr>
          <a:xfrm rot="16200000">
            <a:off x="5483861" y="2616836"/>
            <a:ext cx="1189355" cy="1189355"/>
          </a:xfrm>
          <a:prstGeom prst="arc">
            <a:avLst>
              <a:gd name="adj1" fmla="val 2657162"/>
              <a:gd name="adj2" fmla="val 8176062"/>
            </a:avLst>
          </a:prstGeom>
          <a:noFill/>
          <a:ln w="38100" cap="rnd">
            <a:solidFill>
              <a:srgbClr val="376FFF"/>
            </a:solidFill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>
            <a:no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53" name="椭圆"/>
          <p:cNvSpPr/>
          <p:nvPr>
            <p:custDataLst>
              <p:tags r:id="rId10"/>
            </p:custDataLst>
          </p:nvPr>
        </p:nvSpPr>
        <p:spPr>
          <a:xfrm>
            <a:off x="7632066" y="2660651"/>
            <a:ext cx="1107440" cy="1108075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rgbClr val="376FFF"/>
                </a:gs>
                <a:gs pos="88000">
                  <a:srgbClr val="376FFF">
                    <a:alpha val="0"/>
                  </a:srgbClr>
                </a:gs>
              </a:gsLst>
              <a:lin ang="2700000" scaled="1"/>
              <a:tileRect/>
            </a:gradFill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lIns="109710" tIns="54855" rIns="109710" bIns="54855" rtlCol="0" anchor="ctr">
            <a:no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bg-BG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27" name="椭圆 26"/>
          <p:cNvSpPr/>
          <p:nvPr>
            <p:custDataLst>
              <p:tags r:id="rId11"/>
            </p:custDataLst>
          </p:nvPr>
        </p:nvSpPr>
        <p:spPr>
          <a:xfrm>
            <a:off x="7734936" y="2762886"/>
            <a:ext cx="902335" cy="902970"/>
          </a:xfrm>
          <a:prstGeom prst="ellipse">
            <a:avLst/>
          </a:prstGeom>
          <a:solidFill>
            <a:srgbClr val="376FFF"/>
          </a:solidFill>
        </p:spPr>
        <p:txBody>
          <a:bodyPr wrap="none" lIns="0" tIns="0" rIns="0" bIns="0" rtlCol="0" anchor="ctr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04</a:t>
            </a:r>
            <a:endParaRPr lang="en-US" altLang="zh-CN" sz="2400" b="1">
              <a:solidFill>
                <a:srgbClr val="FFFFFF"/>
              </a:solidFill>
              <a:latin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2" name="弧形 85"/>
          <p:cNvSpPr/>
          <p:nvPr>
            <p:custDataLst>
              <p:tags r:id="rId12"/>
            </p:custDataLst>
          </p:nvPr>
        </p:nvSpPr>
        <p:spPr>
          <a:xfrm rot="16200000">
            <a:off x="7550786" y="2616836"/>
            <a:ext cx="1189355" cy="1189355"/>
          </a:xfrm>
          <a:prstGeom prst="arc">
            <a:avLst>
              <a:gd name="adj1" fmla="val 2657162"/>
              <a:gd name="adj2" fmla="val 8176062"/>
            </a:avLst>
          </a:prstGeom>
          <a:noFill/>
          <a:ln w="38100" cap="rnd">
            <a:solidFill>
              <a:srgbClr val="376FFF"/>
            </a:solidFill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>
            <a:no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58" name="椭圆"/>
          <p:cNvSpPr/>
          <p:nvPr>
            <p:custDataLst>
              <p:tags r:id="rId13"/>
            </p:custDataLst>
          </p:nvPr>
        </p:nvSpPr>
        <p:spPr>
          <a:xfrm>
            <a:off x="9698991" y="2660651"/>
            <a:ext cx="1107440" cy="1108075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rgbClr val="376FFF"/>
                </a:gs>
                <a:gs pos="88000">
                  <a:srgbClr val="376FFF">
                    <a:alpha val="0"/>
                  </a:srgbClr>
                </a:gs>
              </a:gsLst>
              <a:lin ang="2700000" scaled="1"/>
              <a:tileRect/>
            </a:gradFill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lIns="109710" tIns="54855" rIns="109710" bIns="54855" rtlCol="0" anchor="ctr">
            <a:no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bg-BG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28" name="椭圆 27"/>
          <p:cNvSpPr/>
          <p:nvPr>
            <p:custDataLst>
              <p:tags r:id="rId14"/>
            </p:custDataLst>
          </p:nvPr>
        </p:nvSpPr>
        <p:spPr>
          <a:xfrm>
            <a:off x="9801226" y="2762886"/>
            <a:ext cx="902335" cy="902970"/>
          </a:xfrm>
          <a:prstGeom prst="ellipse">
            <a:avLst/>
          </a:prstGeom>
          <a:solidFill>
            <a:srgbClr val="376FFF"/>
          </a:solidFill>
        </p:spPr>
        <p:txBody>
          <a:bodyPr wrap="none" lIns="0" tIns="0" rIns="0" bIns="0" rtlCol="0" anchor="ctr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05</a:t>
            </a:r>
            <a:endParaRPr lang="en-US" altLang="zh-CN" sz="2400" b="1">
              <a:solidFill>
                <a:srgbClr val="FFFFFF"/>
              </a:solidFill>
              <a:latin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7" name="弧形 85"/>
          <p:cNvSpPr/>
          <p:nvPr>
            <p:custDataLst>
              <p:tags r:id="rId15"/>
            </p:custDataLst>
          </p:nvPr>
        </p:nvSpPr>
        <p:spPr>
          <a:xfrm rot="16200000">
            <a:off x="9617076" y="2616836"/>
            <a:ext cx="1189355" cy="1189355"/>
          </a:xfrm>
          <a:prstGeom prst="arc">
            <a:avLst>
              <a:gd name="adj1" fmla="val 2657162"/>
              <a:gd name="adj2" fmla="val 8176062"/>
            </a:avLst>
          </a:prstGeom>
          <a:noFill/>
          <a:ln w="38100" cap="rnd">
            <a:solidFill>
              <a:srgbClr val="376FFF"/>
            </a:solidFill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>
            <a:no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cxnSp>
        <p:nvCxnSpPr>
          <p:cNvPr id="66" name="直接连接符 65"/>
          <p:cNvCxnSpPr/>
          <p:nvPr>
            <p:custDataLst>
              <p:tags r:id="rId16"/>
            </p:custDataLst>
          </p:nvPr>
        </p:nvCxnSpPr>
        <p:spPr>
          <a:xfrm>
            <a:off x="2564131" y="3212466"/>
            <a:ext cx="935355" cy="2540"/>
          </a:xfrm>
          <a:prstGeom prst="line">
            <a:avLst/>
          </a:prstGeom>
          <a:ln w="15875">
            <a:solidFill>
              <a:srgbClr val="376FFF"/>
            </a:solidFill>
            <a:tailEnd type="oval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cxnSp>
        <p:nvCxnSpPr>
          <p:cNvPr id="73" name="直接连接符 72"/>
          <p:cNvCxnSpPr/>
          <p:nvPr>
            <p:custDataLst>
              <p:tags r:id="rId17"/>
            </p:custDataLst>
          </p:nvPr>
        </p:nvCxnSpPr>
        <p:spPr>
          <a:xfrm>
            <a:off x="4630421" y="3211831"/>
            <a:ext cx="935355" cy="2540"/>
          </a:xfrm>
          <a:prstGeom prst="line">
            <a:avLst/>
          </a:prstGeom>
          <a:ln w="15875">
            <a:tailEnd type="oval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cxnSp>
        <p:nvCxnSpPr>
          <p:cNvPr id="74" name="直接连接符 73"/>
          <p:cNvCxnSpPr/>
          <p:nvPr>
            <p:custDataLst>
              <p:tags r:id="rId18"/>
            </p:custDataLst>
          </p:nvPr>
        </p:nvCxnSpPr>
        <p:spPr>
          <a:xfrm>
            <a:off x="6696711" y="3211831"/>
            <a:ext cx="935355" cy="2540"/>
          </a:xfrm>
          <a:prstGeom prst="line">
            <a:avLst/>
          </a:prstGeom>
          <a:ln w="15875">
            <a:solidFill>
              <a:srgbClr val="376FFF"/>
            </a:solidFill>
            <a:tailEnd type="oval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cxnSp>
        <p:nvCxnSpPr>
          <p:cNvPr id="75" name="直接连接符 74"/>
          <p:cNvCxnSpPr/>
          <p:nvPr>
            <p:custDataLst>
              <p:tags r:id="rId19"/>
            </p:custDataLst>
          </p:nvPr>
        </p:nvCxnSpPr>
        <p:spPr>
          <a:xfrm>
            <a:off x="8763001" y="3211831"/>
            <a:ext cx="935355" cy="2540"/>
          </a:xfrm>
          <a:prstGeom prst="line">
            <a:avLst/>
          </a:prstGeom>
          <a:ln w="15875">
            <a:tailEnd type="oval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30" name="矩形 29"/>
          <p:cNvSpPr/>
          <p:nvPr>
            <p:custDataLst>
              <p:tags r:id="rId20"/>
            </p:custDataLst>
          </p:nvPr>
        </p:nvSpPr>
        <p:spPr>
          <a:xfrm>
            <a:off x="844550" y="1000760"/>
            <a:ext cx="1903095" cy="1104900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 rtlCol="0" anchor="b" anchorCtr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耗时：</a:t>
            </a:r>
            <a:r>
              <a:rPr lang="en-US" altLang="zh-CN" sz="1600" b="1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10-15</a:t>
            </a:r>
            <a:r>
              <a:rPr lang="zh-CN" altLang="en-US" sz="1600" b="1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分钟</a:t>
            </a:r>
            <a:endParaRPr lang="zh-CN" altLang="en-US" sz="140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产线状态：生产上一工单</a:t>
            </a:r>
            <a:endParaRPr lang="zh-CN" altLang="en-US" sz="140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2" name="矩形 31"/>
          <p:cNvSpPr/>
          <p:nvPr>
            <p:custDataLst>
              <p:tags r:id="rId21"/>
            </p:custDataLst>
          </p:nvPr>
        </p:nvSpPr>
        <p:spPr>
          <a:xfrm>
            <a:off x="1231265" y="2150745"/>
            <a:ext cx="1623695" cy="421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376FFF"/>
                </a:solidFill>
              </a14:hiddenFill>
            </a:ext>
          </a:extLst>
        </p:spPr>
        <p:txBody>
          <a:bodyPr wrap="square" lIns="0" tIns="0" rIns="0" bIns="0" rtlCol="0" anchor="t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solidFill>
                  <a:srgbClr val="376FFF"/>
                </a:solidFill>
                <a:latin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PLM</a:t>
            </a:r>
            <a:r>
              <a:rPr lang="zh-CN" altLang="en-US" b="1">
                <a:solidFill>
                  <a:srgbClr val="376FFF"/>
                </a:solidFill>
                <a:latin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打印</a:t>
            </a:r>
            <a:r>
              <a:rPr lang="en-US" altLang="zh-CN" b="1">
                <a:solidFill>
                  <a:srgbClr val="376FFF"/>
                </a:solidFill>
                <a:latin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BOM</a:t>
            </a:r>
            <a:endParaRPr lang="en-US" altLang="zh-CN" b="1">
              <a:solidFill>
                <a:srgbClr val="376FFF"/>
              </a:solidFill>
              <a:latin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7" name="矩形 36"/>
          <p:cNvSpPr/>
          <p:nvPr>
            <p:custDataLst>
              <p:tags r:id="rId22"/>
            </p:custDataLst>
          </p:nvPr>
        </p:nvSpPr>
        <p:spPr>
          <a:xfrm>
            <a:off x="5088255" y="1003935"/>
            <a:ext cx="1675765" cy="1015365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 rtlCol="0" anchor="b" anchorCtr="0">
            <a:noAutofit/>
          </a:bodyPr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zh-CN" altLang="en-US" sz="1600" b="1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耗时：</a:t>
            </a:r>
            <a:r>
              <a:rPr lang="zh-CN" altLang="en-US" sz="1600" b="1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15-20</a:t>
            </a:r>
            <a:r>
              <a:rPr lang="zh-CN" altLang="en-US" sz="1600" b="1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分钟</a:t>
            </a:r>
            <a:endParaRPr lang="zh-CN" altLang="en-US" sz="140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zh-CN" altLang="en-US" sz="14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产线状态：生产上一工单</a:t>
            </a:r>
            <a:endParaRPr lang="zh-CN" altLang="en-US" sz="140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9" name="矩形 38"/>
          <p:cNvSpPr/>
          <p:nvPr>
            <p:custDataLst>
              <p:tags r:id="rId23"/>
            </p:custDataLst>
          </p:nvPr>
        </p:nvSpPr>
        <p:spPr>
          <a:xfrm>
            <a:off x="5318760" y="2165350"/>
            <a:ext cx="1591310" cy="451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376FFF"/>
                </a:solidFill>
              </a14:hiddenFill>
            </a:ext>
          </a:extLst>
        </p:spPr>
        <p:txBody>
          <a:bodyPr wrap="square" lIns="0" tIns="0" rIns="0" bIns="0" rtlCol="0" anchor="t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376FFF"/>
                </a:solidFill>
                <a:latin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线外核对物料</a:t>
            </a:r>
            <a:endParaRPr lang="zh-CN" altLang="en-US" b="1">
              <a:solidFill>
                <a:srgbClr val="376FFF"/>
              </a:solidFill>
              <a:latin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0" name="矩形 39"/>
          <p:cNvSpPr/>
          <p:nvPr>
            <p:custDataLst>
              <p:tags r:id="rId24"/>
            </p:custDataLst>
          </p:nvPr>
        </p:nvSpPr>
        <p:spPr>
          <a:xfrm>
            <a:off x="9227820" y="1007745"/>
            <a:ext cx="2331720" cy="1284605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 rtlCol="0" anchor="b" anchorCtr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耗时：常规</a:t>
            </a:r>
            <a:r>
              <a:rPr lang="en-US" altLang="zh-CN" sz="16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25-30</a:t>
            </a:r>
            <a:r>
              <a:rPr lang="zh-CN" altLang="en-US" sz="16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分钟</a:t>
            </a:r>
            <a:endParaRPr lang="zh-CN" altLang="en-US" sz="1600" b="1" dirty="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试产：</a:t>
            </a:r>
            <a:r>
              <a:rPr lang="en-US" altLang="zh-CN" sz="16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50-65</a:t>
            </a:r>
            <a:r>
              <a:rPr lang="zh-CN" altLang="en-US" sz="16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分钟</a:t>
            </a:r>
            <a:endParaRPr lang="zh-CN" altLang="en-US" sz="1600" b="1" dirty="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产线状态</a:t>
            </a:r>
            <a:r>
              <a:rPr lang="zh-CN" altLang="en-US" sz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zh-CN" altLang="en-US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试产：停线等待</a:t>
            </a:r>
            <a:endParaRPr lang="zh-CN" altLang="en-US" sz="1400" dirty="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量产：运行生产当前工单</a:t>
            </a:r>
            <a:endParaRPr lang="zh-CN" altLang="en-US" sz="1400" dirty="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1" name="矩形 40"/>
          <p:cNvSpPr/>
          <p:nvPr>
            <p:custDataLst>
              <p:tags r:id="rId25"/>
            </p:custDataLst>
          </p:nvPr>
        </p:nvSpPr>
        <p:spPr>
          <a:xfrm>
            <a:off x="8934451" y="2308861"/>
            <a:ext cx="2552400" cy="451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376FFF"/>
                </a:solidFill>
              </a14:hiddenFill>
            </a:ext>
          </a:extLst>
        </p:spPr>
        <p:txBody>
          <a:bodyPr wrap="square" lIns="0" tIns="0" rIns="0" bIns="0" rtlCol="0" anchor="t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376FFF"/>
                </a:solidFill>
                <a:latin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首件量测</a:t>
            </a:r>
            <a:endParaRPr lang="zh-CN" altLang="en-US" b="1">
              <a:solidFill>
                <a:srgbClr val="376FFF"/>
              </a:solidFill>
              <a:latin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4" name="矩形 43"/>
          <p:cNvSpPr/>
          <p:nvPr>
            <p:custDataLst>
              <p:tags r:id="rId26"/>
            </p:custDataLst>
          </p:nvPr>
        </p:nvSpPr>
        <p:spPr>
          <a:xfrm>
            <a:off x="3065780" y="1002030"/>
            <a:ext cx="1704340" cy="1134745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 rtlCol="0" anchor="b" anchorCtr="0">
            <a:noAutofit/>
          </a:bodyPr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zh-CN" altLang="en-US" sz="1600" b="1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耗时</a:t>
            </a:r>
            <a:r>
              <a:rPr lang="zh-CN" altLang="en-US" sz="1600" b="1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25-30</a:t>
            </a:r>
            <a:r>
              <a:rPr lang="zh-CN" altLang="en-US" sz="1600" b="1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分钟</a:t>
            </a:r>
            <a:endParaRPr lang="zh-CN" altLang="en-US" sz="1600" b="1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zh-CN" altLang="en-US" sz="14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产线状态：生产上一工单</a:t>
            </a:r>
            <a:endParaRPr lang="zh-CN" altLang="en-US" sz="140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5" name="矩形 44"/>
          <p:cNvSpPr/>
          <p:nvPr>
            <p:custDataLst>
              <p:tags r:id="rId27"/>
            </p:custDataLst>
          </p:nvPr>
        </p:nvSpPr>
        <p:spPr>
          <a:xfrm>
            <a:off x="3193415" y="2069465"/>
            <a:ext cx="1786890" cy="451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376FFF"/>
                </a:solidFill>
              </a14:hiddenFill>
            </a:ext>
          </a:extLst>
        </p:spPr>
        <p:txBody>
          <a:bodyPr wrap="square" lIns="0" tIns="0" rIns="0" bIns="0" rtlCol="0" anchor="b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376FFF"/>
                </a:solidFill>
                <a:latin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比对站位表</a:t>
            </a:r>
            <a:endParaRPr lang="zh-CN" altLang="en-US" b="1">
              <a:solidFill>
                <a:srgbClr val="376FFF"/>
              </a:solidFill>
              <a:latin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6" name="矩形 45"/>
          <p:cNvSpPr/>
          <p:nvPr>
            <p:custDataLst>
              <p:tags r:id="rId28"/>
            </p:custDataLst>
          </p:nvPr>
        </p:nvSpPr>
        <p:spPr>
          <a:xfrm>
            <a:off x="7118350" y="1003935"/>
            <a:ext cx="1755140" cy="1117600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 rtlCol="0" anchor="b" anchorCtr="0">
            <a:noAutofit/>
          </a:bodyPr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zh-CN" altLang="en-US" sz="1600" b="1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耗时：</a:t>
            </a:r>
            <a:r>
              <a:rPr lang="zh-CN" altLang="en-US" sz="1600" b="1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7-10</a:t>
            </a:r>
            <a:r>
              <a:rPr lang="zh-CN" altLang="en-US" sz="1600" b="1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分钟</a:t>
            </a:r>
            <a:endParaRPr lang="zh-CN" altLang="en-US" sz="1600" b="1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zh-CN" altLang="en-US" sz="14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产线状态：</a:t>
            </a:r>
            <a:r>
              <a:rPr lang="zh-CN" altLang="en-US" sz="14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生产</a:t>
            </a:r>
            <a:r>
              <a:rPr lang="zh-CN" altLang="en-US" sz="14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上一</a:t>
            </a:r>
            <a:r>
              <a:rPr lang="zh-CN" altLang="en-US" sz="14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工单</a:t>
            </a:r>
            <a:endParaRPr lang="zh-CN" altLang="en-US" sz="140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9" name="矩形 48"/>
          <p:cNvSpPr/>
          <p:nvPr>
            <p:custDataLst>
              <p:tags r:id="rId29"/>
            </p:custDataLst>
          </p:nvPr>
        </p:nvSpPr>
        <p:spPr>
          <a:xfrm>
            <a:off x="7248525" y="2153920"/>
            <a:ext cx="1672590" cy="576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376FFF"/>
                </a:solidFill>
              </a14:hiddenFill>
            </a:ext>
          </a:extLst>
        </p:spPr>
        <p:txBody>
          <a:bodyPr wrap="square" lIns="0" tIns="0" rIns="0" bIns="0" rtlCol="0" anchor="b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376FFF"/>
                </a:solidFill>
                <a:latin typeface="微软雅黑" panose="020B0503020204020204" charset="-122"/>
                <a:cs typeface="微软雅黑" panose="020B0503020204020204" charset="-122"/>
              </a:rPr>
              <a:t>线体设备参数首件填写</a:t>
            </a:r>
            <a:endParaRPr lang="zh-CN" altLang="en-US" b="1">
              <a:solidFill>
                <a:srgbClr val="376FFF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155700" y="3768725"/>
            <a:ext cx="1644015" cy="138811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161665" y="3747135"/>
            <a:ext cx="1721485" cy="14090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245100" y="3747135"/>
            <a:ext cx="1926590" cy="14179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418705" y="3766185"/>
            <a:ext cx="1711325" cy="140462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528810" y="3665855"/>
            <a:ext cx="1872615" cy="149034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155065" y="5156200"/>
            <a:ext cx="10245725" cy="1117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SMT</a:t>
            </a:r>
            <a:r>
              <a:rPr lang="zh-CN" altLang="en-US"/>
              <a:t>常规首件品质核对累计耗时大约</a:t>
            </a:r>
            <a:r>
              <a:rPr lang="en-US" altLang="zh-CN"/>
              <a:t>90</a:t>
            </a:r>
            <a:r>
              <a:rPr lang="zh-CN" altLang="en-US"/>
              <a:t>分钟（首件仪无程序时耗时大约</a:t>
            </a:r>
            <a:r>
              <a:rPr lang="en-US" altLang="zh-CN"/>
              <a:t>120</a:t>
            </a:r>
            <a:r>
              <a:rPr lang="zh-CN" altLang="en-US"/>
              <a:t>分钟），其中比对站位表、首件量测耗时最多；</a:t>
            </a:r>
            <a:endParaRPr lang="zh-CN" altLang="en-US"/>
          </a:p>
          <a:p>
            <a:r>
              <a:rPr lang="zh-CN" altLang="en-US"/>
              <a:t>首件测量浪费点：</a:t>
            </a:r>
            <a:r>
              <a:rPr lang="en-US" altLang="zh-CN"/>
              <a:t>1</a:t>
            </a:r>
            <a:r>
              <a:rPr lang="zh-CN" altLang="en-US"/>
              <a:t>、对每个器件容值测量、极性方向检查；</a:t>
            </a:r>
            <a:r>
              <a:rPr lang="en-US" altLang="zh-CN"/>
              <a:t>2</a:t>
            </a:r>
            <a:r>
              <a:rPr lang="zh-CN" altLang="en-US"/>
              <a:t>、产线停线等待浪费；</a:t>
            </a:r>
            <a:endParaRPr lang="zh-CN" altLang="en-US"/>
          </a:p>
          <a:p>
            <a:r>
              <a:rPr lang="en-US" altLang="zh-CN"/>
              <a:t>3</a:t>
            </a:r>
            <a:r>
              <a:rPr lang="zh-CN" altLang="en-US"/>
              <a:t>、人力浪费：每日配备</a:t>
            </a:r>
            <a:r>
              <a:rPr lang="en-US" altLang="zh-CN"/>
              <a:t>2-3</a:t>
            </a:r>
            <a:r>
              <a:rPr lang="zh-CN" altLang="en-US"/>
              <a:t>人只专注于测量首件；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32715" y="109855"/>
            <a:ext cx="76771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ym typeface="+mn-ea"/>
              </a:rPr>
              <a:t>SMT首件防错核对系统</a:t>
            </a:r>
            <a:r>
              <a:rPr lang="zh-CN" altLang="en-US" sz="2800" b="1">
                <a:sym typeface="+mn-ea"/>
              </a:rPr>
              <a:t>（</a:t>
            </a:r>
            <a:r>
              <a:rPr lang="zh-CN" altLang="en-US" sz="2800" b="1">
                <a:solidFill>
                  <a:srgbClr val="376FFF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BOM</a:t>
            </a:r>
            <a:r>
              <a:rPr lang="zh-CN" altLang="en-US" sz="2800" b="1">
                <a:solidFill>
                  <a:srgbClr val="376FFF"/>
                </a:solidFill>
                <a:latin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比对站位表</a:t>
            </a:r>
            <a:r>
              <a:rPr lang="zh-CN" altLang="en-US" sz="2800" b="1">
                <a:sym typeface="+mn-ea"/>
              </a:rPr>
              <a:t>）</a:t>
            </a:r>
            <a:endParaRPr lang="zh-CN" altLang="en-US" sz="2800" b="1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1495" y="769620"/>
            <a:ext cx="5072380" cy="37115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4" name="Image 1" descr="https://kimi-img.moonshot.cn/pub/slides/25-12-17-08:10:53-d50va3ds8fb6qiarjo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5335" y="2120265"/>
            <a:ext cx="5107940" cy="236093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5" name="Image 2" descr="https://kimi-img.moonshot.cn/pub/slides/25-12-17-08:11:43-d50vafsnvj4tqv706kl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3430" y="769620"/>
            <a:ext cx="5109845" cy="135064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3395" y="4563110"/>
            <a:ext cx="7929880" cy="1682115"/>
          </a:xfrm>
          <a:prstGeom prst="rect">
            <a:avLst/>
          </a:prstGeom>
        </p:spPr>
      </p:pic>
      <p:sp>
        <p:nvSpPr>
          <p:cNvPr id="22" name="矩形 21"/>
          <p:cNvSpPr/>
          <p:nvPr>
            <p:custDataLst>
              <p:tags r:id="rId5"/>
            </p:custDataLst>
          </p:nvPr>
        </p:nvSpPr>
        <p:spPr bwMode="auto">
          <a:xfrm>
            <a:off x="531495" y="4696460"/>
            <a:ext cx="1428750" cy="1416050"/>
          </a:xfrm>
          <a:prstGeom prst="rect">
            <a:avLst/>
          </a:prstGeom>
          <a:gradFill>
            <a:gsLst>
              <a:gs pos="50000">
                <a:schemeClr val="accent5"/>
              </a:gs>
              <a:gs pos="0">
                <a:schemeClr val="accent5">
                  <a:lumMod val="25000"/>
                  <a:lumOff val="75000"/>
                </a:schemeClr>
              </a:gs>
              <a:gs pos="100000">
                <a:schemeClr val="accent5">
                  <a:lumMod val="85000"/>
                </a:schemeClr>
              </a:gs>
            </a:gsLst>
            <a:lin ang="5400000" scaled="1"/>
          </a:gra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72000" tIns="36000" rIns="72000" bIns="36000" anchor="ctr">
            <a:no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400" b="1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实施成效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23" name="右箭头 22"/>
          <p:cNvSpPr/>
          <p:nvPr/>
        </p:nvSpPr>
        <p:spPr>
          <a:xfrm>
            <a:off x="2175510" y="5172075"/>
            <a:ext cx="642620" cy="463550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48615" y="10985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SMT</a:t>
            </a:r>
            <a:r>
              <a:rPr lang="zh-CN" altLang="en-US" sz="2800" b="1"/>
              <a:t>物料</a:t>
            </a:r>
            <a:r>
              <a:rPr lang="zh-CN" altLang="en-US" sz="2800" b="1"/>
              <a:t>生产流程图</a:t>
            </a:r>
            <a:r>
              <a:rPr lang="zh-CN" altLang="en-US" sz="2800" b="1"/>
              <a:t>展示</a:t>
            </a:r>
            <a:endParaRPr lang="zh-CN" altLang="en-US" sz="2800" b="1"/>
          </a:p>
        </p:txBody>
      </p:sp>
      <p:sp>
        <p:nvSpPr>
          <p:cNvPr id="11" name="圆角矩形 10"/>
          <p:cNvSpPr/>
          <p:nvPr>
            <p:custDataLst>
              <p:tags r:id="rId1"/>
            </p:custDataLst>
          </p:nvPr>
        </p:nvSpPr>
        <p:spPr>
          <a:xfrm>
            <a:off x="1165225" y="863600"/>
            <a:ext cx="1223645" cy="367665"/>
          </a:xfrm>
          <a:prstGeom prst="round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sym typeface="+mn-ea"/>
              </a:rPr>
              <a:t>采购订单</a:t>
            </a:r>
            <a:endParaRPr lang="zh-CN" altLang="en-US" sz="12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12" name="直接箭头连接符 11"/>
          <p:cNvCxnSpPr>
            <a:stCxn id="11" idx="3"/>
            <a:endCxn id="13" idx="1"/>
          </p:cNvCxnSpPr>
          <p:nvPr/>
        </p:nvCxnSpPr>
        <p:spPr>
          <a:xfrm>
            <a:off x="2388870" y="1047750"/>
            <a:ext cx="671830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圆角矩形 12"/>
          <p:cNvSpPr/>
          <p:nvPr>
            <p:custDataLst>
              <p:tags r:id="rId2"/>
            </p:custDataLst>
          </p:nvPr>
        </p:nvSpPr>
        <p:spPr>
          <a:xfrm>
            <a:off x="3060700" y="863600"/>
            <a:ext cx="1369060" cy="368300"/>
          </a:xfrm>
          <a:prstGeom prst="round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sym typeface="+mn-ea"/>
              </a:rPr>
              <a:t>供应商发料</a:t>
            </a:r>
            <a:endParaRPr lang="zh-CN" altLang="en-US" sz="12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14" name="直接箭头连接符 13"/>
          <p:cNvCxnSpPr>
            <a:stCxn id="13" idx="3"/>
            <a:endCxn id="15" idx="1"/>
          </p:cNvCxnSpPr>
          <p:nvPr>
            <p:custDataLst>
              <p:tags r:id="rId3"/>
            </p:custDataLst>
          </p:nvPr>
        </p:nvCxnSpPr>
        <p:spPr>
          <a:xfrm>
            <a:off x="4429760" y="1047750"/>
            <a:ext cx="586105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圆角矩形 14"/>
          <p:cNvSpPr/>
          <p:nvPr>
            <p:custDataLst>
              <p:tags r:id="rId4"/>
            </p:custDataLst>
          </p:nvPr>
        </p:nvSpPr>
        <p:spPr>
          <a:xfrm>
            <a:off x="5015865" y="863600"/>
            <a:ext cx="1261110" cy="368300"/>
          </a:xfrm>
          <a:prstGeom prst="round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</a:rPr>
              <a:t>物流中心</a:t>
            </a:r>
            <a:endParaRPr lang="zh-CN" altLang="en-US" sz="1200">
              <a:solidFill>
                <a:schemeClr val="tx1"/>
              </a:solidFill>
            </a:endParaRPr>
          </a:p>
        </p:txBody>
      </p:sp>
      <p:cxnSp>
        <p:nvCxnSpPr>
          <p:cNvPr id="16" name="直接箭头连接符 15"/>
          <p:cNvCxnSpPr>
            <a:stCxn id="15" idx="3"/>
            <a:endCxn id="19" idx="1"/>
          </p:cNvCxnSpPr>
          <p:nvPr>
            <p:custDataLst>
              <p:tags r:id="rId5"/>
            </p:custDataLst>
          </p:nvPr>
        </p:nvCxnSpPr>
        <p:spPr>
          <a:xfrm flipV="1">
            <a:off x="6276975" y="1047115"/>
            <a:ext cx="611505" cy="63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圆角矩形 18"/>
          <p:cNvSpPr/>
          <p:nvPr>
            <p:custDataLst>
              <p:tags r:id="rId6"/>
            </p:custDataLst>
          </p:nvPr>
        </p:nvSpPr>
        <p:spPr>
          <a:xfrm>
            <a:off x="6888480" y="862965"/>
            <a:ext cx="1478280" cy="368300"/>
          </a:xfrm>
          <a:prstGeom prst="round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</a:rPr>
              <a:t>到场卸货</a:t>
            </a:r>
            <a:endParaRPr lang="zh-CN" altLang="en-US" sz="1200">
              <a:solidFill>
                <a:schemeClr val="tx1"/>
              </a:solidFill>
            </a:endParaRPr>
          </a:p>
        </p:txBody>
      </p:sp>
      <p:cxnSp>
        <p:nvCxnSpPr>
          <p:cNvPr id="20" name="肘形连接符 19"/>
          <p:cNvCxnSpPr>
            <a:stCxn id="90" idx="3"/>
            <a:endCxn id="92" idx="3"/>
          </p:cNvCxnSpPr>
          <p:nvPr/>
        </p:nvCxnSpPr>
        <p:spPr>
          <a:xfrm>
            <a:off x="10454640" y="1047115"/>
            <a:ext cx="7620" cy="575945"/>
          </a:xfrm>
          <a:prstGeom prst="bentConnector3">
            <a:avLst>
              <a:gd name="adj1" fmla="val 3225000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stCxn id="92" idx="1"/>
            <a:endCxn id="65" idx="3"/>
          </p:cNvCxnSpPr>
          <p:nvPr>
            <p:custDataLst>
              <p:tags r:id="rId7"/>
            </p:custDataLst>
          </p:nvPr>
        </p:nvCxnSpPr>
        <p:spPr>
          <a:xfrm flipH="1">
            <a:off x="8373745" y="1623060"/>
            <a:ext cx="610235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圆角矩形 64"/>
          <p:cNvSpPr/>
          <p:nvPr>
            <p:custDataLst>
              <p:tags r:id="rId8"/>
            </p:custDataLst>
          </p:nvPr>
        </p:nvSpPr>
        <p:spPr>
          <a:xfrm>
            <a:off x="6894830" y="1438910"/>
            <a:ext cx="1478915" cy="368300"/>
          </a:xfrm>
          <a:prstGeom prst="round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IQC</a:t>
            </a:r>
            <a:r>
              <a:rPr lang="zh-CN" altLang="en-US" sz="1200">
                <a:solidFill>
                  <a:schemeClr val="tx1"/>
                </a:solidFill>
              </a:rPr>
              <a:t>取样</a:t>
            </a:r>
            <a:endParaRPr lang="zh-CN" altLang="en-US" sz="1200">
              <a:solidFill>
                <a:schemeClr val="tx1"/>
              </a:solidFill>
            </a:endParaRPr>
          </a:p>
        </p:txBody>
      </p:sp>
      <p:cxnSp>
        <p:nvCxnSpPr>
          <p:cNvPr id="22" name="直接箭头连接符 21"/>
          <p:cNvCxnSpPr>
            <a:stCxn id="65" idx="1"/>
            <a:endCxn id="67" idx="3"/>
          </p:cNvCxnSpPr>
          <p:nvPr>
            <p:custDataLst>
              <p:tags r:id="rId9"/>
            </p:custDataLst>
          </p:nvPr>
        </p:nvCxnSpPr>
        <p:spPr>
          <a:xfrm flipH="1">
            <a:off x="6283960" y="1623060"/>
            <a:ext cx="610870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圆角矩形 66"/>
          <p:cNvSpPr/>
          <p:nvPr>
            <p:custDataLst>
              <p:tags r:id="rId10"/>
            </p:custDataLst>
          </p:nvPr>
        </p:nvSpPr>
        <p:spPr>
          <a:xfrm>
            <a:off x="5022850" y="1438910"/>
            <a:ext cx="1261110" cy="368300"/>
          </a:xfrm>
          <a:prstGeom prst="round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sym typeface="+mn-ea"/>
              </a:rPr>
              <a:t>IQC检验</a:t>
            </a:r>
            <a:endParaRPr lang="zh-CN" altLang="en-US" sz="12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68" name="直接箭头连接符 67"/>
          <p:cNvCxnSpPr>
            <a:stCxn id="67" idx="1"/>
            <a:endCxn id="69" idx="3"/>
          </p:cNvCxnSpPr>
          <p:nvPr>
            <p:custDataLst>
              <p:tags r:id="rId11"/>
            </p:custDataLst>
          </p:nvPr>
        </p:nvCxnSpPr>
        <p:spPr>
          <a:xfrm flipH="1">
            <a:off x="4427220" y="1623060"/>
            <a:ext cx="595630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圆角矩形 68"/>
          <p:cNvSpPr/>
          <p:nvPr>
            <p:custDataLst>
              <p:tags r:id="rId12"/>
            </p:custDataLst>
          </p:nvPr>
        </p:nvSpPr>
        <p:spPr>
          <a:xfrm>
            <a:off x="3074035" y="1438910"/>
            <a:ext cx="1353185" cy="368300"/>
          </a:xfrm>
          <a:prstGeom prst="round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IQC</a:t>
            </a:r>
            <a:r>
              <a:rPr lang="zh-CN" altLang="en-US" sz="1200">
                <a:solidFill>
                  <a:schemeClr val="tx1"/>
                </a:solidFill>
              </a:rPr>
              <a:t>归还</a:t>
            </a:r>
            <a:endParaRPr lang="zh-CN" altLang="en-US" sz="1200">
              <a:solidFill>
                <a:schemeClr val="tx1"/>
              </a:solidFill>
            </a:endParaRPr>
          </a:p>
        </p:txBody>
      </p:sp>
      <p:cxnSp>
        <p:nvCxnSpPr>
          <p:cNvPr id="71" name="肘形连接符 70"/>
          <p:cNvCxnSpPr>
            <a:stCxn id="72" idx="1"/>
            <a:endCxn id="94" idx="1"/>
          </p:cNvCxnSpPr>
          <p:nvPr/>
        </p:nvCxnSpPr>
        <p:spPr>
          <a:xfrm rot="10800000" flipV="1">
            <a:off x="1165225" y="1623060"/>
            <a:ext cx="5715" cy="648335"/>
          </a:xfrm>
          <a:prstGeom prst="bentConnector3">
            <a:avLst>
              <a:gd name="adj1" fmla="val 4266667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圆角矩形 71"/>
          <p:cNvSpPr/>
          <p:nvPr>
            <p:custDataLst>
              <p:tags r:id="rId13"/>
            </p:custDataLst>
          </p:nvPr>
        </p:nvSpPr>
        <p:spPr>
          <a:xfrm>
            <a:off x="1170940" y="1438910"/>
            <a:ext cx="1224915" cy="368300"/>
          </a:xfrm>
          <a:prstGeom prst="round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1200">
                <a:solidFill>
                  <a:schemeClr val="tx1"/>
                </a:solidFill>
              </a:rPr>
              <a:t>合格标识</a:t>
            </a:r>
            <a:endParaRPr lang="zh-CN" sz="1200">
              <a:solidFill>
                <a:schemeClr val="tx1"/>
              </a:solidFill>
            </a:endParaRPr>
          </a:p>
        </p:txBody>
      </p:sp>
      <p:sp>
        <p:nvSpPr>
          <p:cNvPr id="23" name="圆角矩形 22"/>
          <p:cNvSpPr/>
          <p:nvPr>
            <p:custDataLst>
              <p:tags r:id="rId14"/>
            </p:custDataLst>
          </p:nvPr>
        </p:nvSpPr>
        <p:spPr>
          <a:xfrm>
            <a:off x="3067685" y="2087245"/>
            <a:ext cx="1353185" cy="368300"/>
          </a:xfrm>
          <a:prstGeom prst="round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U9</a:t>
            </a:r>
            <a:r>
              <a:rPr lang="zh-CN" altLang="en-US" sz="1200">
                <a:solidFill>
                  <a:schemeClr val="tx1"/>
                </a:solidFill>
              </a:rPr>
              <a:t>录入信息</a:t>
            </a:r>
            <a:endParaRPr lang="zh-CN" altLang="en-US" sz="1200">
              <a:solidFill>
                <a:schemeClr val="tx1"/>
              </a:solidFill>
            </a:endParaRPr>
          </a:p>
        </p:txBody>
      </p:sp>
      <p:cxnSp>
        <p:nvCxnSpPr>
          <p:cNvPr id="24" name="直接箭头连接符 23"/>
          <p:cNvCxnSpPr>
            <a:stCxn id="94" idx="3"/>
            <a:endCxn id="23" idx="1"/>
          </p:cNvCxnSpPr>
          <p:nvPr>
            <p:custDataLst>
              <p:tags r:id="rId15"/>
            </p:custDataLst>
          </p:nvPr>
        </p:nvCxnSpPr>
        <p:spPr>
          <a:xfrm>
            <a:off x="2390140" y="2271395"/>
            <a:ext cx="677545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23" idx="3"/>
            <a:endCxn id="76" idx="1"/>
          </p:cNvCxnSpPr>
          <p:nvPr>
            <p:custDataLst>
              <p:tags r:id="rId16"/>
            </p:custDataLst>
          </p:nvPr>
        </p:nvCxnSpPr>
        <p:spPr>
          <a:xfrm>
            <a:off x="4420870" y="2271395"/>
            <a:ext cx="594995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圆角矩形 75"/>
          <p:cNvSpPr/>
          <p:nvPr>
            <p:custDataLst>
              <p:tags r:id="rId17"/>
            </p:custDataLst>
          </p:nvPr>
        </p:nvSpPr>
        <p:spPr>
          <a:xfrm>
            <a:off x="5015865" y="2087245"/>
            <a:ext cx="1261110" cy="368300"/>
          </a:xfrm>
          <a:prstGeom prst="round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sym typeface="+mn-ea"/>
              </a:rPr>
              <a:t>打单入库</a:t>
            </a:r>
            <a:endParaRPr lang="zh-CN" altLang="en-US" sz="12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77" name="直接箭头连接符 76"/>
          <p:cNvCxnSpPr>
            <a:stCxn id="76" idx="3"/>
            <a:endCxn id="78" idx="1"/>
          </p:cNvCxnSpPr>
          <p:nvPr>
            <p:custDataLst>
              <p:tags r:id="rId18"/>
            </p:custDataLst>
          </p:nvPr>
        </p:nvCxnSpPr>
        <p:spPr>
          <a:xfrm>
            <a:off x="6276975" y="2271395"/>
            <a:ext cx="612140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圆角矩形 77"/>
          <p:cNvSpPr/>
          <p:nvPr>
            <p:custDataLst>
              <p:tags r:id="rId19"/>
            </p:custDataLst>
          </p:nvPr>
        </p:nvSpPr>
        <p:spPr>
          <a:xfrm>
            <a:off x="6889115" y="2087245"/>
            <a:ext cx="1477010" cy="368300"/>
          </a:xfrm>
          <a:prstGeom prst="round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1200">
                <a:solidFill>
                  <a:schemeClr val="tx1"/>
                </a:solidFill>
              </a:rPr>
              <a:t>核对入库单</a:t>
            </a:r>
            <a:r>
              <a:rPr lang="en-US" altLang="zh-CN" sz="1200">
                <a:solidFill>
                  <a:schemeClr val="tx1"/>
                </a:solidFill>
              </a:rPr>
              <a:t>/</a:t>
            </a:r>
            <a:r>
              <a:rPr lang="zh-CN" altLang="en-US" sz="1200">
                <a:solidFill>
                  <a:schemeClr val="tx1"/>
                </a:solidFill>
              </a:rPr>
              <a:t>数量</a:t>
            </a:r>
            <a:endParaRPr lang="zh-CN" altLang="en-US" sz="1200">
              <a:solidFill>
                <a:schemeClr val="tx1"/>
              </a:solidFill>
            </a:endParaRPr>
          </a:p>
        </p:txBody>
      </p:sp>
      <p:cxnSp>
        <p:nvCxnSpPr>
          <p:cNvPr id="79" name="肘形连接符 78"/>
          <p:cNvCxnSpPr>
            <a:stCxn id="107" idx="3"/>
            <a:endCxn id="109" idx="3"/>
          </p:cNvCxnSpPr>
          <p:nvPr>
            <p:custDataLst>
              <p:tags r:id="rId20"/>
            </p:custDataLst>
          </p:nvPr>
        </p:nvCxnSpPr>
        <p:spPr>
          <a:xfrm>
            <a:off x="10454005" y="4824095"/>
            <a:ext cx="3175" cy="647700"/>
          </a:xfrm>
          <a:prstGeom prst="bentConnector3">
            <a:avLst>
              <a:gd name="adj1" fmla="val 7500000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圆角矩形 80"/>
          <p:cNvSpPr/>
          <p:nvPr>
            <p:custDataLst>
              <p:tags r:id="rId21"/>
            </p:custDataLst>
          </p:nvPr>
        </p:nvSpPr>
        <p:spPr>
          <a:xfrm>
            <a:off x="8983980" y="2727325"/>
            <a:ext cx="1481455" cy="368300"/>
          </a:xfrm>
          <a:prstGeom prst="round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sz="1200">
                <a:solidFill>
                  <a:schemeClr val="tx1"/>
                </a:solidFill>
                <a:sym typeface="+mn-ea"/>
              </a:rPr>
              <a:t>核对供应商</a:t>
            </a:r>
            <a:r>
              <a:rPr lang="en-US" altLang="zh-CN" sz="1200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200">
                <a:solidFill>
                  <a:schemeClr val="tx1"/>
                </a:solidFill>
                <a:sym typeface="+mn-ea"/>
              </a:rPr>
              <a:t>数量</a:t>
            </a:r>
            <a:endParaRPr lang="zh-CN" sz="12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83" name="直接箭头连接符 82"/>
          <p:cNvCxnSpPr>
            <a:stCxn id="81" idx="1"/>
            <a:endCxn id="89" idx="3"/>
          </p:cNvCxnSpPr>
          <p:nvPr>
            <p:custDataLst>
              <p:tags r:id="rId22"/>
            </p:custDataLst>
          </p:nvPr>
        </p:nvCxnSpPr>
        <p:spPr>
          <a:xfrm flipH="1">
            <a:off x="8373745" y="2911475"/>
            <a:ext cx="610235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/>
          <p:cNvCxnSpPr>
            <a:stCxn id="89" idx="1"/>
            <a:endCxn id="85" idx="3"/>
          </p:cNvCxnSpPr>
          <p:nvPr>
            <p:custDataLst>
              <p:tags r:id="rId23"/>
            </p:custDataLst>
          </p:nvPr>
        </p:nvCxnSpPr>
        <p:spPr>
          <a:xfrm flipH="1">
            <a:off x="6283960" y="2911475"/>
            <a:ext cx="610870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圆角矩形 84"/>
          <p:cNvSpPr/>
          <p:nvPr>
            <p:custDataLst>
              <p:tags r:id="rId24"/>
            </p:custDataLst>
          </p:nvPr>
        </p:nvSpPr>
        <p:spPr>
          <a:xfrm>
            <a:off x="5022215" y="2727325"/>
            <a:ext cx="1261745" cy="368300"/>
          </a:xfrm>
          <a:prstGeom prst="round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sz="1200">
                <a:solidFill>
                  <a:schemeClr val="tx1"/>
                </a:solidFill>
                <a:sym typeface="+mn-ea"/>
              </a:rPr>
              <a:t>料卡信息录入</a:t>
            </a:r>
            <a:endParaRPr lang="zh-CN" sz="12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26" name="直接箭头连接符 25"/>
          <p:cNvCxnSpPr>
            <a:stCxn id="85" idx="1"/>
            <a:endCxn id="29" idx="3"/>
          </p:cNvCxnSpPr>
          <p:nvPr>
            <p:custDataLst>
              <p:tags r:id="rId25"/>
            </p:custDataLst>
          </p:nvPr>
        </p:nvCxnSpPr>
        <p:spPr>
          <a:xfrm flipH="1">
            <a:off x="4426585" y="2911475"/>
            <a:ext cx="595630" cy="63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圆角矩形 28"/>
          <p:cNvSpPr/>
          <p:nvPr>
            <p:custDataLst>
              <p:tags r:id="rId26"/>
            </p:custDataLst>
          </p:nvPr>
        </p:nvSpPr>
        <p:spPr>
          <a:xfrm>
            <a:off x="3078480" y="2727960"/>
            <a:ext cx="1348105" cy="3683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sz="1200">
                <a:solidFill>
                  <a:schemeClr val="tx1"/>
                </a:solidFill>
                <a:sym typeface="+mn-ea"/>
              </a:rPr>
              <a:t>生产领料单</a:t>
            </a:r>
            <a:endParaRPr lang="zh-CN" sz="12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31" name="肘形连接符 30"/>
          <p:cNvCxnSpPr>
            <a:stCxn id="98" idx="1"/>
            <a:endCxn id="100" idx="1"/>
          </p:cNvCxnSpPr>
          <p:nvPr>
            <p:custDataLst>
              <p:tags r:id="rId27"/>
            </p:custDataLst>
          </p:nvPr>
        </p:nvCxnSpPr>
        <p:spPr>
          <a:xfrm rot="10800000" flipV="1">
            <a:off x="1157605" y="2912110"/>
            <a:ext cx="13335" cy="655320"/>
          </a:xfrm>
          <a:prstGeom prst="bentConnector3">
            <a:avLst>
              <a:gd name="adj1" fmla="val 1885714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stCxn id="100" idx="3"/>
            <a:endCxn id="34" idx="1"/>
          </p:cNvCxnSpPr>
          <p:nvPr>
            <p:custDataLst>
              <p:tags r:id="rId28"/>
            </p:custDataLst>
          </p:nvPr>
        </p:nvCxnSpPr>
        <p:spPr>
          <a:xfrm>
            <a:off x="2383790" y="3567430"/>
            <a:ext cx="672465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圆角矩形 33"/>
          <p:cNvSpPr/>
          <p:nvPr>
            <p:custDataLst>
              <p:tags r:id="rId29"/>
            </p:custDataLst>
          </p:nvPr>
        </p:nvSpPr>
        <p:spPr>
          <a:xfrm>
            <a:off x="3056255" y="3383280"/>
            <a:ext cx="1360170" cy="3683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200">
                <a:solidFill>
                  <a:schemeClr val="tx1"/>
                </a:solidFill>
                <a:sym typeface="+mn-ea"/>
              </a:rPr>
              <a:t>E</a:t>
            </a:r>
            <a:r>
              <a:rPr lang="en-US" altLang="zh-CN" sz="1200">
                <a:solidFill>
                  <a:schemeClr val="tx1"/>
                </a:solidFill>
                <a:sym typeface="+mn-ea"/>
              </a:rPr>
              <a:t>CN</a:t>
            </a:r>
            <a:r>
              <a:rPr lang="zh-CN" altLang="en-US" sz="1200">
                <a:solidFill>
                  <a:schemeClr val="tx1"/>
                </a:solidFill>
                <a:sym typeface="+mn-ea"/>
              </a:rPr>
              <a:t>变更</a:t>
            </a:r>
            <a:r>
              <a:rPr lang="zh-CN" altLang="en-US" sz="1200">
                <a:solidFill>
                  <a:schemeClr val="tx1"/>
                </a:solidFill>
                <a:sym typeface="+mn-ea"/>
              </a:rPr>
              <a:t>确认</a:t>
            </a:r>
            <a:endParaRPr lang="zh-CN" altLang="en-US" sz="12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35" name="直接箭头连接符 34"/>
          <p:cNvCxnSpPr>
            <a:endCxn id="55" idx="1"/>
          </p:cNvCxnSpPr>
          <p:nvPr>
            <p:custDataLst>
              <p:tags r:id="rId30"/>
            </p:custDataLst>
          </p:nvPr>
        </p:nvCxnSpPr>
        <p:spPr>
          <a:xfrm>
            <a:off x="6349365" y="3563620"/>
            <a:ext cx="534670" cy="381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圆角矩形 49"/>
          <p:cNvSpPr/>
          <p:nvPr>
            <p:custDataLst>
              <p:tags r:id="rId31"/>
            </p:custDataLst>
          </p:nvPr>
        </p:nvSpPr>
        <p:spPr>
          <a:xfrm>
            <a:off x="6982460" y="3268980"/>
            <a:ext cx="1261745" cy="18415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buClrTx/>
              <a:buSzTx/>
              <a:buFontTx/>
            </a:pPr>
            <a:r>
              <a:rPr lang="en-US" altLang="zh-CN" sz="1200">
                <a:solidFill>
                  <a:schemeClr val="tx1"/>
                </a:solidFill>
                <a:sym typeface="+mn-ea"/>
              </a:rPr>
              <a:t>PCB</a:t>
            </a:r>
            <a:r>
              <a:rPr lang="zh-CN" altLang="en-US" sz="1200">
                <a:solidFill>
                  <a:schemeClr val="tx1"/>
                </a:solidFill>
                <a:sym typeface="+mn-ea"/>
              </a:rPr>
              <a:t>镭雕</a:t>
            </a:r>
            <a:endParaRPr lang="zh-CN" altLang="en-US" sz="12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51" name="直接箭头连接符 50"/>
          <p:cNvCxnSpPr>
            <a:stCxn id="34" idx="3"/>
          </p:cNvCxnSpPr>
          <p:nvPr>
            <p:custDataLst>
              <p:tags r:id="rId32"/>
            </p:custDataLst>
          </p:nvPr>
        </p:nvCxnSpPr>
        <p:spPr>
          <a:xfrm flipV="1">
            <a:off x="4416425" y="3563620"/>
            <a:ext cx="535305" cy="381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肘形连接符 53"/>
          <p:cNvCxnSpPr>
            <a:stCxn id="101" idx="3"/>
            <a:endCxn id="56" idx="3"/>
          </p:cNvCxnSpPr>
          <p:nvPr>
            <p:custDataLst>
              <p:tags r:id="rId33"/>
            </p:custDataLst>
          </p:nvPr>
        </p:nvCxnSpPr>
        <p:spPr>
          <a:xfrm>
            <a:off x="10454005" y="3567430"/>
            <a:ext cx="12700" cy="608330"/>
          </a:xfrm>
          <a:prstGeom prst="bentConnector3">
            <a:avLst>
              <a:gd name="adj1" fmla="val 1975000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圆角矩形 55"/>
          <p:cNvSpPr/>
          <p:nvPr>
            <p:custDataLst>
              <p:tags r:id="rId34"/>
            </p:custDataLst>
          </p:nvPr>
        </p:nvSpPr>
        <p:spPr>
          <a:xfrm>
            <a:off x="8983980" y="3991610"/>
            <a:ext cx="1482725" cy="3683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sz="1200">
                <a:solidFill>
                  <a:schemeClr val="tx1"/>
                </a:solidFill>
                <a:sym typeface="+mn-ea"/>
              </a:rPr>
              <a:t>巡检线外</a:t>
            </a:r>
            <a:r>
              <a:rPr lang="zh-CN" sz="1200">
                <a:solidFill>
                  <a:schemeClr val="tx1"/>
                </a:solidFill>
                <a:sym typeface="+mn-ea"/>
              </a:rPr>
              <a:t>核料</a:t>
            </a:r>
            <a:endParaRPr lang="zh-CN" sz="12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59" name="直接箭头连接符 58"/>
          <p:cNvCxnSpPr>
            <a:stCxn id="56" idx="1"/>
            <a:endCxn id="60" idx="3"/>
          </p:cNvCxnSpPr>
          <p:nvPr>
            <p:custDataLst>
              <p:tags r:id="rId35"/>
            </p:custDataLst>
          </p:nvPr>
        </p:nvCxnSpPr>
        <p:spPr>
          <a:xfrm flipH="1">
            <a:off x="8374380" y="4175760"/>
            <a:ext cx="609600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圆角矩形 59"/>
          <p:cNvSpPr/>
          <p:nvPr>
            <p:custDataLst>
              <p:tags r:id="rId36"/>
            </p:custDataLst>
          </p:nvPr>
        </p:nvSpPr>
        <p:spPr>
          <a:xfrm>
            <a:off x="6896100" y="3991610"/>
            <a:ext cx="1478280" cy="3683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sz="1200">
                <a:solidFill>
                  <a:schemeClr val="tx1"/>
                </a:solidFill>
                <a:sym typeface="+mn-ea"/>
              </a:rPr>
              <a:t>飞达首套料上线</a:t>
            </a:r>
            <a:endParaRPr lang="zh-CN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61" name="圆角矩形 60"/>
          <p:cNvSpPr/>
          <p:nvPr>
            <p:custDataLst>
              <p:tags r:id="rId37"/>
            </p:custDataLst>
          </p:nvPr>
        </p:nvSpPr>
        <p:spPr>
          <a:xfrm>
            <a:off x="5022850" y="3991610"/>
            <a:ext cx="1243965" cy="3683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sz="1200">
                <a:solidFill>
                  <a:schemeClr val="tx1"/>
                </a:solidFill>
                <a:sym typeface="+mn-ea"/>
              </a:rPr>
              <a:t>贴片程序</a:t>
            </a:r>
            <a:r>
              <a:rPr lang="zh-CN" sz="1200">
                <a:solidFill>
                  <a:schemeClr val="tx1"/>
                </a:solidFill>
                <a:sym typeface="+mn-ea"/>
              </a:rPr>
              <a:t>核对</a:t>
            </a:r>
            <a:endParaRPr lang="zh-CN" sz="12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62" name="直接箭头连接符 61"/>
          <p:cNvCxnSpPr>
            <a:stCxn id="60" idx="1"/>
            <a:endCxn id="61" idx="3"/>
          </p:cNvCxnSpPr>
          <p:nvPr>
            <p:custDataLst>
              <p:tags r:id="rId38"/>
            </p:custDataLst>
          </p:nvPr>
        </p:nvCxnSpPr>
        <p:spPr>
          <a:xfrm flipH="1">
            <a:off x="6266815" y="4175760"/>
            <a:ext cx="629285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肘形连接符 62"/>
          <p:cNvCxnSpPr>
            <a:stCxn id="103" idx="1"/>
            <a:endCxn id="80" idx="1"/>
          </p:cNvCxnSpPr>
          <p:nvPr>
            <p:custDataLst>
              <p:tags r:id="rId39"/>
            </p:custDataLst>
          </p:nvPr>
        </p:nvCxnSpPr>
        <p:spPr>
          <a:xfrm rot="10800000" flipV="1">
            <a:off x="1166495" y="4169410"/>
            <a:ext cx="8255" cy="654685"/>
          </a:xfrm>
          <a:prstGeom prst="bentConnector3">
            <a:avLst>
              <a:gd name="adj1" fmla="val 2984615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圆角矩形 63"/>
          <p:cNvSpPr/>
          <p:nvPr>
            <p:custDataLst>
              <p:tags r:id="rId40"/>
            </p:custDataLst>
          </p:nvPr>
        </p:nvSpPr>
        <p:spPr>
          <a:xfrm>
            <a:off x="3068955" y="3985260"/>
            <a:ext cx="1360170" cy="3683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sz="1200">
                <a:solidFill>
                  <a:schemeClr val="tx1"/>
                </a:solidFill>
                <a:sym typeface="+mn-ea"/>
              </a:rPr>
              <a:t>PDA系统扫描</a:t>
            </a:r>
            <a:endParaRPr lang="zh-CN" sz="12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70" name="直接箭头连接符 69"/>
          <p:cNvCxnSpPr>
            <a:stCxn id="61" idx="1"/>
            <a:endCxn id="64" idx="3"/>
          </p:cNvCxnSpPr>
          <p:nvPr>
            <p:custDataLst>
              <p:tags r:id="rId41"/>
            </p:custDataLst>
          </p:nvPr>
        </p:nvCxnSpPr>
        <p:spPr>
          <a:xfrm flipH="1" flipV="1">
            <a:off x="4429125" y="4169410"/>
            <a:ext cx="593725" cy="635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圆角矩形 79"/>
          <p:cNvSpPr/>
          <p:nvPr>
            <p:custDataLst>
              <p:tags r:id="rId42"/>
            </p:custDataLst>
          </p:nvPr>
        </p:nvSpPr>
        <p:spPr>
          <a:xfrm>
            <a:off x="1166495" y="4639945"/>
            <a:ext cx="1226820" cy="3683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sz="1200">
                <a:solidFill>
                  <a:schemeClr val="tx1"/>
                </a:solidFill>
                <a:sym typeface="+mn-ea"/>
              </a:rPr>
              <a:t>合并工单转产</a:t>
            </a:r>
            <a:endParaRPr lang="zh-CN" altLang="en-US" sz="12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82" name="直接箭头连接符 81"/>
          <p:cNvCxnSpPr>
            <a:stCxn id="80" idx="3"/>
            <a:endCxn id="86" idx="1"/>
          </p:cNvCxnSpPr>
          <p:nvPr>
            <p:custDataLst>
              <p:tags r:id="rId43"/>
            </p:custDataLst>
          </p:nvPr>
        </p:nvCxnSpPr>
        <p:spPr>
          <a:xfrm>
            <a:off x="2393315" y="4824095"/>
            <a:ext cx="666750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圆角矩形 85"/>
          <p:cNvSpPr/>
          <p:nvPr>
            <p:custDataLst>
              <p:tags r:id="rId44"/>
            </p:custDataLst>
          </p:nvPr>
        </p:nvSpPr>
        <p:spPr>
          <a:xfrm>
            <a:off x="3060065" y="4639945"/>
            <a:ext cx="1356995" cy="3683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sz="1200">
                <a:solidFill>
                  <a:schemeClr val="tx1"/>
                </a:solidFill>
                <a:sym typeface="+mn-ea"/>
              </a:rPr>
              <a:t>工艺程序更换</a:t>
            </a:r>
            <a:endParaRPr lang="zh-CN" altLang="en-US" sz="12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87" name="直接箭头连接符 86"/>
          <p:cNvCxnSpPr>
            <a:stCxn id="86" idx="3"/>
            <a:endCxn id="88" idx="1"/>
          </p:cNvCxnSpPr>
          <p:nvPr>
            <p:custDataLst>
              <p:tags r:id="rId45"/>
            </p:custDataLst>
          </p:nvPr>
        </p:nvCxnSpPr>
        <p:spPr>
          <a:xfrm>
            <a:off x="4417060" y="4824095"/>
            <a:ext cx="597535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圆角矩形 87"/>
          <p:cNvSpPr/>
          <p:nvPr>
            <p:custDataLst>
              <p:tags r:id="rId46"/>
            </p:custDataLst>
          </p:nvPr>
        </p:nvSpPr>
        <p:spPr>
          <a:xfrm>
            <a:off x="5014595" y="4639945"/>
            <a:ext cx="1262380" cy="3683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sym typeface="+mn-ea"/>
              </a:rPr>
              <a:t>更换物料扫码</a:t>
            </a:r>
            <a:endParaRPr lang="zh-CN" altLang="en-US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89" name="圆角矩形 88"/>
          <p:cNvSpPr/>
          <p:nvPr>
            <p:custDataLst>
              <p:tags r:id="rId47"/>
            </p:custDataLst>
          </p:nvPr>
        </p:nvSpPr>
        <p:spPr>
          <a:xfrm>
            <a:off x="6894830" y="2727325"/>
            <a:ext cx="1478915" cy="368300"/>
          </a:xfrm>
          <a:prstGeom prst="round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sym typeface="+mn-ea"/>
              </a:rPr>
              <a:t>分仓归储位</a:t>
            </a:r>
            <a:endParaRPr lang="zh-CN" altLang="en-US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90" name="圆角矩形 89"/>
          <p:cNvSpPr/>
          <p:nvPr>
            <p:custDataLst>
              <p:tags r:id="rId48"/>
            </p:custDataLst>
          </p:nvPr>
        </p:nvSpPr>
        <p:spPr>
          <a:xfrm>
            <a:off x="8976360" y="862965"/>
            <a:ext cx="1478280" cy="368300"/>
          </a:xfrm>
          <a:prstGeom prst="round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</a:rPr>
              <a:t>清点物料</a:t>
            </a:r>
            <a:endParaRPr lang="zh-CN" altLang="en-US" sz="1200">
              <a:solidFill>
                <a:schemeClr val="tx1"/>
              </a:solidFill>
            </a:endParaRPr>
          </a:p>
        </p:txBody>
      </p:sp>
      <p:cxnSp>
        <p:nvCxnSpPr>
          <p:cNvPr id="91" name="直接箭头连接符 90"/>
          <p:cNvCxnSpPr>
            <a:stCxn id="19" idx="3"/>
            <a:endCxn id="90" idx="1"/>
          </p:cNvCxnSpPr>
          <p:nvPr>
            <p:custDataLst>
              <p:tags r:id="rId49"/>
            </p:custDataLst>
          </p:nvPr>
        </p:nvCxnSpPr>
        <p:spPr>
          <a:xfrm>
            <a:off x="8366760" y="1047115"/>
            <a:ext cx="609600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圆角矩形 91"/>
          <p:cNvSpPr/>
          <p:nvPr>
            <p:custDataLst>
              <p:tags r:id="rId50"/>
            </p:custDataLst>
          </p:nvPr>
        </p:nvSpPr>
        <p:spPr>
          <a:xfrm>
            <a:off x="8983980" y="1438910"/>
            <a:ext cx="1478280" cy="368300"/>
          </a:xfrm>
          <a:prstGeom prst="round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</a:rPr>
              <a:t>收发室制单</a:t>
            </a:r>
            <a:endParaRPr lang="zh-CN" altLang="en-US" sz="1200">
              <a:solidFill>
                <a:schemeClr val="tx1"/>
              </a:solidFill>
            </a:endParaRPr>
          </a:p>
        </p:txBody>
      </p:sp>
      <p:cxnSp>
        <p:nvCxnSpPr>
          <p:cNvPr id="93" name="直接箭头连接符 92"/>
          <p:cNvCxnSpPr>
            <a:stCxn id="69" idx="1"/>
            <a:endCxn id="72" idx="3"/>
          </p:cNvCxnSpPr>
          <p:nvPr>
            <p:custDataLst>
              <p:tags r:id="rId51"/>
            </p:custDataLst>
          </p:nvPr>
        </p:nvCxnSpPr>
        <p:spPr>
          <a:xfrm flipH="1">
            <a:off x="2395855" y="1623060"/>
            <a:ext cx="678180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圆角矩形 93"/>
          <p:cNvSpPr/>
          <p:nvPr>
            <p:custDataLst>
              <p:tags r:id="rId52"/>
            </p:custDataLst>
          </p:nvPr>
        </p:nvSpPr>
        <p:spPr>
          <a:xfrm>
            <a:off x="1165225" y="2087245"/>
            <a:ext cx="1224915" cy="368300"/>
          </a:xfrm>
          <a:prstGeom prst="round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1200">
                <a:solidFill>
                  <a:schemeClr val="tx1"/>
                </a:solidFill>
              </a:rPr>
              <a:t>审核到货单</a:t>
            </a:r>
            <a:endParaRPr lang="zh-CN" sz="1200">
              <a:solidFill>
                <a:schemeClr val="tx1"/>
              </a:solidFill>
            </a:endParaRPr>
          </a:p>
        </p:txBody>
      </p:sp>
      <p:sp>
        <p:nvSpPr>
          <p:cNvPr id="95" name="圆角矩形 94"/>
          <p:cNvSpPr/>
          <p:nvPr>
            <p:custDataLst>
              <p:tags r:id="rId53"/>
            </p:custDataLst>
          </p:nvPr>
        </p:nvSpPr>
        <p:spPr>
          <a:xfrm>
            <a:off x="8976360" y="2087245"/>
            <a:ext cx="1480820" cy="368300"/>
          </a:xfrm>
          <a:prstGeom prst="round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1200">
                <a:solidFill>
                  <a:schemeClr val="tx1"/>
                </a:solidFill>
                <a:sym typeface="+mn-ea"/>
              </a:rPr>
              <a:t>物料入库</a:t>
            </a:r>
            <a:endParaRPr lang="zh-CN" altLang="en-US" sz="1200">
              <a:solidFill>
                <a:schemeClr val="tx1"/>
              </a:solidFill>
            </a:endParaRPr>
          </a:p>
        </p:txBody>
      </p:sp>
      <p:cxnSp>
        <p:nvCxnSpPr>
          <p:cNvPr id="96" name="直接箭头连接符 95"/>
          <p:cNvCxnSpPr>
            <a:stCxn id="78" idx="3"/>
            <a:endCxn id="95" idx="1"/>
          </p:cNvCxnSpPr>
          <p:nvPr>
            <p:custDataLst>
              <p:tags r:id="rId54"/>
            </p:custDataLst>
          </p:nvPr>
        </p:nvCxnSpPr>
        <p:spPr>
          <a:xfrm>
            <a:off x="8366125" y="2271395"/>
            <a:ext cx="610235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肘形连接符 96"/>
          <p:cNvCxnSpPr>
            <a:stCxn id="95" idx="3"/>
            <a:endCxn id="81" idx="3"/>
          </p:cNvCxnSpPr>
          <p:nvPr>
            <p:custDataLst>
              <p:tags r:id="rId55"/>
            </p:custDataLst>
          </p:nvPr>
        </p:nvCxnSpPr>
        <p:spPr>
          <a:xfrm>
            <a:off x="10457180" y="2271395"/>
            <a:ext cx="8255" cy="640080"/>
          </a:xfrm>
          <a:prstGeom prst="bentConnector3">
            <a:avLst>
              <a:gd name="adj1" fmla="val 2984615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圆角矩形 97"/>
          <p:cNvSpPr/>
          <p:nvPr>
            <p:custDataLst>
              <p:tags r:id="rId56"/>
            </p:custDataLst>
          </p:nvPr>
        </p:nvSpPr>
        <p:spPr>
          <a:xfrm>
            <a:off x="1170940" y="2727960"/>
            <a:ext cx="1224915" cy="3683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sz="1200">
                <a:solidFill>
                  <a:schemeClr val="tx1"/>
                </a:solidFill>
                <a:sym typeface="+mn-ea"/>
              </a:rPr>
              <a:t>线边</a:t>
            </a:r>
            <a:r>
              <a:rPr lang="zh-CN" altLang="en-US" sz="1200">
                <a:solidFill>
                  <a:schemeClr val="tx1"/>
                </a:solidFill>
                <a:sym typeface="+mn-ea"/>
              </a:rPr>
              <a:t>调拨收料</a:t>
            </a:r>
            <a:endParaRPr lang="zh-CN" altLang="en-US" sz="12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99" name="直接箭头连接符 98"/>
          <p:cNvCxnSpPr>
            <a:stCxn id="29" idx="1"/>
            <a:endCxn id="98" idx="3"/>
          </p:cNvCxnSpPr>
          <p:nvPr>
            <p:custDataLst>
              <p:tags r:id="rId57"/>
            </p:custDataLst>
          </p:nvPr>
        </p:nvCxnSpPr>
        <p:spPr>
          <a:xfrm flipH="1">
            <a:off x="2395855" y="2912110"/>
            <a:ext cx="682625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圆角矩形 99"/>
          <p:cNvSpPr/>
          <p:nvPr>
            <p:custDataLst>
              <p:tags r:id="rId58"/>
            </p:custDataLst>
          </p:nvPr>
        </p:nvSpPr>
        <p:spPr>
          <a:xfrm>
            <a:off x="1157605" y="3383280"/>
            <a:ext cx="1226185" cy="3683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sz="1200">
                <a:solidFill>
                  <a:schemeClr val="tx1"/>
                </a:solidFill>
                <a:sym typeface="+mn-ea"/>
              </a:rPr>
              <a:t>合并工单</a:t>
            </a:r>
            <a:r>
              <a:rPr lang="zh-CN" sz="1200">
                <a:solidFill>
                  <a:schemeClr val="tx1"/>
                </a:solidFill>
                <a:sym typeface="+mn-ea"/>
              </a:rPr>
              <a:t>发料</a:t>
            </a:r>
            <a:endParaRPr lang="zh-CN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101" name="圆角矩形 100"/>
          <p:cNvSpPr/>
          <p:nvPr>
            <p:custDataLst>
              <p:tags r:id="rId59"/>
            </p:custDataLst>
          </p:nvPr>
        </p:nvSpPr>
        <p:spPr>
          <a:xfrm>
            <a:off x="8971915" y="3383280"/>
            <a:ext cx="1482090" cy="3683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sz="1200">
                <a:solidFill>
                  <a:schemeClr val="tx1"/>
                </a:solidFill>
                <a:sym typeface="+mn-ea"/>
              </a:rPr>
              <a:t>离线备料</a:t>
            </a:r>
            <a:endParaRPr lang="zh-CN" sz="12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102" name="直接箭头连接符 101"/>
          <p:cNvCxnSpPr>
            <a:stCxn id="55" idx="3"/>
            <a:endCxn id="101" idx="1"/>
          </p:cNvCxnSpPr>
          <p:nvPr>
            <p:custDataLst>
              <p:tags r:id="rId60"/>
            </p:custDataLst>
          </p:nvPr>
        </p:nvCxnSpPr>
        <p:spPr>
          <a:xfrm>
            <a:off x="8361680" y="3567430"/>
            <a:ext cx="610235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圆角矩形 102"/>
          <p:cNvSpPr/>
          <p:nvPr>
            <p:custDataLst>
              <p:tags r:id="rId61"/>
            </p:custDataLst>
          </p:nvPr>
        </p:nvSpPr>
        <p:spPr>
          <a:xfrm>
            <a:off x="1174750" y="3985260"/>
            <a:ext cx="1226185" cy="36830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sz="1200">
                <a:solidFill>
                  <a:schemeClr val="tx1"/>
                </a:solidFill>
                <a:sym typeface="+mn-ea"/>
              </a:rPr>
              <a:t>途中接换料</a:t>
            </a:r>
            <a:endParaRPr lang="zh-CN" sz="12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104" name="直接箭头连接符 103"/>
          <p:cNvCxnSpPr>
            <a:stCxn id="64" idx="1"/>
            <a:endCxn id="103" idx="3"/>
          </p:cNvCxnSpPr>
          <p:nvPr>
            <p:custDataLst>
              <p:tags r:id="rId62"/>
            </p:custDataLst>
          </p:nvPr>
        </p:nvCxnSpPr>
        <p:spPr>
          <a:xfrm flipH="1">
            <a:off x="2400935" y="4169410"/>
            <a:ext cx="668020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圆角矩形 104"/>
          <p:cNvSpPr/>
          <p:nvPr>
            <p:custDataLst>
              <p:tags r:id="rId63"/>
            </p:custDataLst>
          </p:nvPr>
        </p:nvSpPr>
        <p:spPr>
          <a:xfrm>
            <a:off x="6887210" y="4639945"/>
            <a:ext cx="1478915" cy="36830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sym typeface="+mn-ea"/>
              </a:rPr>
              <a:t>工单完结下料</a:t>
            </a:r>
            <a:endParaRPr lang="zh-CN" altLang="en-US" sz="12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106" name="直接箭头连接符 105"/>
          <p:cNvCxnSpPr>
            <a:stCxn id="88" idx="3"/>
            <a:endCxn id="105" idx="1"/>
          </p:cNvCxnSpPr>
          <p:nvPr>
            <p:custDataLst>
              <p:tags r:id="rId64"/>
            </p:custDataLst>
          </p:nvPr>
        </p:nvCxnSpPr>
        <p:spPr>
          <a:xfrm>
            <a:off x="6276975" y="4824095"/>
            <a:ext cx="610235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圆角矩形 106"/>
          <p:cNvSpPr/>
          <p:nvPr>
            <p:custDataLst>
              <p:tags r:id="rId65"/>
            </p:custDataLst>
          </p:nvPr>
        </p:nvSpPr>
        <p:spPr>
          <a:xfrm>
            <a:off x="8971280" y="4639945"/>
            <a:ext cx="1482725" cy="3683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sym typeface="+mn-ea"/>
              </a:rPr>
              <a:t>物料退回线边</a:t>
            </a:r>
            <a:endParaRPr lang="zh-CN" altLang="en-US" sz="12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108" name="直接箭头连接符 107"/>
          <p:cNvCxnSpPr>
            <a:stCxn id="105" idx="3"/>
            <a:endCxn id="107" idx="1"/>
          </p:cNvCxnSpPr>
          <p:nvPr>
            <p:custDataLst>
              <p:tags r:id="rId66"/>
            </p:custDataLst>
          </p:nvPr>
        </p:nvCxnSpPr>
        <p:spPr>
          <a:xfrm>
            <a:off x="8366125" y="4824095"/>
            <a:ext cx="605155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圆角矩形 108"/>
          <p:cNvSpPr/>
          <p:nvPr>
            <p:custDataLst>
              <p:tags r:id="rId67"/>
            </p:custDataLst>
          </p:nvPr>
        </p:nvSpPr>
        <p:spPr>
          <a:xfrm>
            <a:off x="8971280" y="5287645"/>
            <a:ext cx="1482725" cy="3683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sym typeface="+mn-ea"/>
              </a:rPr>
              <a:t>尾数物料分拣</a:t>
            </a:r>
            <a:endParaRPr lang="zh-CN" altLang="en-US" sz="12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110" name="直接箭头连接符 109"/>
          <p:cNvCxnSpPr>
            <a:stCxn id="109" idx="1"/>
            <a:endCxn id="111" idx="3"/>
          </p:cNvCxnSpPr>
          <p:nvPr>
            <p:custDataLst>
              <p:tags r:id="rId68"/>
            </p:custDataLst>
          </p:nvPr>
        </p:nvCxnSpPr>
        <p:spPr>
          <a:xfrm flipH="1">
            <a:off x="8366125" y="5471795"/>
            <a:ext cx="605155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圆角矩形 110"/>
          <p:cNvSpPr/>
          <p:nvPr>
            <p:custDataLst>
              <p:tags r:id="rId69"/>
            </p:custDataLst>
          </p:nvPr>
        </p:nvSpPr>
        <p:spPr>
          <a:xfrm>
            <a:off x="6888480" y="5287645"/>
            <a:ext cx="1477645" cy="36830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sym typeface="+mn-ea"/>
              </a:rPr>
              <a:t>尾数线外接料</a:t>
            </a:r>
            <a:endParaRPr lang="zh-CN" altLang="en-US" sz="12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112" name="直接箭头连接符 111"/>
          <p:cNvCxnSpPr>
            <a:stCxn id="111" idx="1"/>
            <a:endCxn id="113" idx="3"/>
          </p:cNvCxnSpPr>
          <p:nvPr>
            <p:custDataLst>
              <p:tags r:id="rId70"/>
            </p:custDataLst>
          </p:nvPr>
        </p:nvCxnSpPr>
        <p:spPr>
          <a:xfrm flipH="1">
            <a:off x="6266815" y="5471795"/>
            <a:ext cx="621665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圆角矩形 112"/>
          <p:cNvSpPr/>
          <p:nvPr>
            <p:custDataLst>
              <p:tags r:id="rId71"/>
            </p:custDataLst>
          </p:nvPr>
        </p:nvSpPr>
        <p:spPr>
          <a:xfrm>
            <a:off x="5013960" y="5287645"/>
            <a:ext cx="1252855" cy="3683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sym typeface="+mn-ea"/>
              </a:rPr>
              <a:t>X</a:t>
            </a:r>
            <a:r>
              <a:rPr lang="zh-CN" altLang="en-US" sz="1200">
                <a:solidFill>
                  <a:schemeClr val="tx1"/>
                </a:solidFill>
                <a:sym typeface="+mn-ea"/>
              </a:rPr>
              <a:t>光</a:t>
            </a:r>
            <a:r>
              <a:rPr lang="zh-CN" altLang="en-US" sz="1200">
                <a:solidFill>
                  <a:schemeClr val="tx1"/>
                </a:solidFill>
                <a:sym typeface="+mn-ea"/>
              </a:rPr>
              <a:t>点料机点料</a:t>
            </a:r>
            <a:endParaRPr lang="zh-CN" altLang="en-US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121" name="圆角矩形 120"/>
          <p:cNvSpPr/>
          <p:nvPr>
            <p:custDataLst>
              <p:tags r:id="rId72"/>
            </p:custDataLst>
          </p:nvPr>
        </p:nvSpPr>
        <p:spPr>
          <a:xfrm>
            <a:off x="6986270" y="3462020"/>
            <a:ext cx="1261745" cy="18415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sym typeface="+mn-ea"/>
              </a:rPr>
              <a:t>芯片</a:t>
            </a:r>
            <a:r>
              <a:rPr lang="zh-CN" altLang="en-US" sz="1200">
                <a:solidFill>
                  <a:schemeClr val="tx1"/>
                </a:solidFill>
                <a:sym typeface="+mn-ea"/>
              </a:rPr>
              <a:t>烧录</a:t>
            </a:r>
            <a:endParaRPr lang="zh-CN" altLang="en-US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122" name="圆角矩形 121"/>
          <p:cNvSpPr/>
          <p:nvPr>
            <p:custDataLst>
              <p:tags r:id="rId73"/>
            </p:custDataLst>
          </p:nvPr>
        </p:nvSpPr>
        <p:spPr>
          <a:xfrm>
            <a:off x="6982460" y="3654425"/>
            <a:ext cx="1261745" cy="18415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sym typeface="+mn-ea"/>
              </a:rPr>
              <a:t>物料分拣</a:t>
            </a:r>
            <a:endParaRPr lang="zh-CN" altLang="en-US" sz="12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3" name="直接箭头连接符 2"/>
          <p:cNvCxnSpPr>
            <a:endCxn id="4" idx="3"/>
          </p:cNvCxnSpPr>
          <p:nvPr>
            <p:custDataLst>
              <p:tags r:id="rId74"/>
            </p:custDataLst>
          </p:nvPr>
        </p:nvCxnSpPr>
        <p:spPr>
          <a:xfrm flipH="1">
            <a:off x="4417060" y="5471795"/>
            <a:ext cx="605155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圆角矩形 3"/>
          <p:cNvSpPr/>
          <p:nvPr>
            <p:custDataLst>
              <p:tags r:id="rId75"/>
            </p:custDataLst>
          </p:nvPr>
        </p:nvSpPr>
        <p:spPr>
          <a:xfrm>
            <a:off x="3055620" y="5287645"/>
            <a:ext cx="1361440" cy="36830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sym typeface="+mn-ea"/>
              </a:rPr>
              <a:t>扫码打印</a:t>
            </a:r>
            <a:r>
              <a:rPr lang="zh-CN" altLang="en-US" sz="1200">
                <a:solidFill>
                  <a:schemeClr val="tx1"/>
                </a:solidFill>
                <a:sym typeface="+mn-ea"/>
              </a:rPr>
              <a:t>标签</a:t>
            </a:r>
            <a:endParaRPr lang="zh-CN" altLang="en-US" sz="12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5" name="直接箭头连接符 4"/>
          <p:cNvCxnSpPr>
            <a:stCxn id="4" idx="1"/>
            <a:endCxn id="6" idx="3"/>
          </p:cNvCxnSpPr>
          <p:nvPr>
            <p:custDataLst>
              <p:tags r:id="rId76"/>
            </p:custDataLst>
          </p:nvPr>
        </p:nvCxnSpPr>
        <p:spPr>
          <a:xfrm flipH="1">
            <a:off x="2383790" y="5471795"/>
            <a:ext cx="671830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圆角矩形 5"/>
          <p:cNvSpPr/>
          <p:nvPr>
            <p:custDataLst>
              <p:tags r:id="rId77"/>
            </p:custDataLst>
          </p:nvPr>
        </p:nvSpPr>
        <p:spPr>
          <a:xfrm>
            <a:off x="1130935" y="5287645"/>
            <a:ext cx="1252855" cy="3683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sym typeface="+mn-ea"/>
              </a:rPr>
              <a:t>新工单</a:t>
            </a:r>
            <a:r>
              <a:rPr lang="zh-CN" altLang="en-US" sz="1200">
                <a:solidFill>
                  <a:schemeClr val="tx1"/>
                </a:solidFill>
                <a:sym typeface="+mn-ea"/>
              </a:rPr>
              <a:t>发料</a:t>
            </a:r>
            <a:endParaRPr lang="zh-CN" altLang="en-US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7" name="圆角矩形 6"/>
          <p:cNvSpPr/>
          <p:nvPr>
            <p:custDataLst>
              <p:tags r:id="rId78"/>
            </p:custDataLst>
          </p:nvPr>
        </p:nvSpPr>
        <p:spPr>
          <a:xfrm>
            <a:off x="5015865" y="3383280"/>
            <a:ext cx="1243965" cy="3683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sz="1200">
                <a:solidFill>
                  <a:schemeClr val="tx1"/>
                </a:solidFill>
                <a:sym typeface="+mn-ea"/>
              </a:rPr>
              <a:t>物料员拣料</a:t>
            </a:r>
            <a:endParaRPr lang="zh-CN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34035" y="6365240"/>
            <a:ext cx="87191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、蓝色部分：错料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低风险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、</a:t>
            </a:r>
            <a:r>
              <a:rPr lang="zh-CN" altLang="en-US">
                <a:sym typeface="+mn-ea"/>
              </a:rPr>
              <a:t>橙色部分：错料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中风险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、</a:t>
            </a:r>
            <a:r>
              <a:rPr lang="zh-CN" altLang="en-US">
                <a:sym typeface="+mn-ea"/>
              </a:rPr>
              <a:t>红色部分：错料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高风险</a:t>
            </a:r>
            <a:r>
              <a:rPr lang="zh-CN" altLang="en-US">
                <a:sym typeface="+mn-ea"/>
              </a:rPr>
              <a:t>；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32715" y="109855"/>
            <a:ext cx="66636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1</a:t>
            </a:r>
            <a:r>
              <a:rPr lang="zh-CN" altLang="en-US" sz="2800" b="1"/>
              <a:t>、</a:t>
            </a:r>
            <a:r>
              <a:rPr lang="en-US" altLang="zh-CN" sz="2800" b="1"/>
              <a:t>SMT</a:t>
            </a:r>
            <a:r>
              <a:rPr lang="zh-CN" altLang="en-US" sz="2800" b="1"/>
              <a:t>站点防错料</a:t>
            </a:r>
            <a:r>
              <a:rPr lang="en-US" altLang="zh-CN" sz="2800" b="1"/>
              <a:t>--</a:t>
            </a:r>
            <a:r>
              <a:rPr lang="zh-CN" altLang="en-US" sz="2800" b="1">
                <a:solidFill>
                  <a:srgbClr val="FF0000"/>
                </a:solidFill>
                <a:sym typeface="+mn-ea"/>
              </a:rPr>
              <a:t>ECN变更失败</a:t>
            </a:r>
            <a:r>
              <a:rPr lang="zh-CN" altLang="en-US" sz="2800" b="1">
                <a:solidFill>
                  <a:srgbClr val="FF0000"/>
                </a:solidFill>
                <a:sym typeface="+mn-ea"/>
              </a:rPr>
              <a:t>案例</a:t>
            </a:r>
            <a:endParaRPr lang="zh-CN" altLang="en-US" sz="2800" b="1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96215" y="106045"/>
            <a:ext cx="64554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1</a:t>
            </a:r>
            <a:r>
              <a:rPr lang="zh-CN" altLang="en-US" sz="2800" b="1"/>
              <a:t>、</a:t>
            </a:r>
            <a:r>
              <a:rPr lang="en-US" altLang="zh-CN" sz="2800" b="1"/>
              <a:t>SMT</a:t>
            </a:r>
            <a:r>
              <a:rPr lang="zh-CN" altLang="en-US" sz="2800" b="1"/>
              <a:t>站点防错料</a:t>
            </a:r>
            <a:r>
              <a:rPr lang="en-US" altLang="zh-CN" sz="2800" b="1"/>
              <a:t>--</a:t>
            </a:r>
            <a:r>
              <a:rPr lang="zh-CN" altLang="en-US" sz="2800" b="1">
                <a:solidFill>
                  <a:srgbClr val="060BF8"/>
                </a:solidFill>
                <a:sym typeface="+mn-ea"/>
              </a:rPr>
              <a:t>ECN变更</a:t>
            </a:r>
            <a:r>
              <a:rPr lang="zh-CN" altLang="en-US" sz="2800" b="1">
                <a:solidFill>
                  <a:srgbClr val="060BF8"/>
                </a:solidFill>
                <a:sym typeface="+mn-ea"/>
              </a:rPr>
              <a:t>分析与</a:t>
            </a:r>
            <a:r>
              <a:rPr lang="zh-CN" altLang="en-US" sz="2800" b="1">
                <a:solidFill>
                  <a:srgbClr val="060BF8"/>
                </a:solidFill>
                <a:sym typeface="+mn-ea"/>
              </a:rPr>
              <a:t>改善</a:t>
            </a:r>
            <a:endParaRPr lang="zh-CN" altLang="en-US" sz="2800" b="1">
              <a:solidFill>
                <a:srgbClr val="060BF8"/>
              </a:solidFill>
              <a:sym typeface="+mn-ea"/>
            </a:endParaRPr>
          </a:p>
        </p:txBody>
      </p:sp>
      <p:cxnSp>
        <p:nvCxnSpPr>
          <p:cNvPr id="178" name="直接连接符 177"/>
          <p:cNvCxnSpPr>
            <a:endCxn id="186" idx="0"/>
          </p:cNvCxnSpPr>
          <p:nvPr>
            <p:custDataLst>
              <p:tags r:id="rId1"/>
            </p:custDataLst>
          </p:nvPr>
        </p:nvCxnSpPr>
        <p:spPr>
          <a:xfrm>
            <a:off x="631298" y="1655609"/>
            <a:ext cx="0" cy="582295"/>
          </a:xfrm>
          <a:prstGeom prst="line">
            <a:avLst/>
          </a:prstGeom>
          <a:ln w="19050">
            <a:solidFill>
              <a:srgbClr val="000000">
                <a:lumMod val="40000"/>
                <a:lumOff val="60000"/>
                <a:alpha val="20000"/>
              </a:srgbClr>
            </a:solidFill>
          </a:ln>
        </p:spPr>
        <p:style>
          <a:lnRef idx="1">
            <a:srgbClr val="F84949"/>
          </a:lnRef>
          <a:fillRef idx="0">
            <a:srgbClr val="F84949"/>
          </a:fillRef>
          <a:effectRef idx="0">
            <a:srgbClr val="F84949"/>
          </a:effectRef>
          <a:fontRef idx="minor">
            <a:srgbClr val="000000"/>
          </a:fontRef>
        </p:style>
      </p:cxnSp>
      <p:sp>
        <p:nvSpPr>
          <p:cNvPr id="179" name="圆角矩形 9"/>
          <p:cNvSpPr/>
          <p:nvPr>
            <p:custDataLst>
              <p:tags r:id="rId2"/>
            </p:custDataLst>
          </p:nvPr>
        </p:nvSpPr>
        <p:spPr>
          <a:xfrm>
            <a:off x="1015365" y="1052195"/>
            <a:ext cx="8116570" cy="838835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rgbClr val="F84949">
              <a:shade val="50000"/>
            </a:srgbClr>
          </a:lnRef>
          <a:fillRef idx="1">
            <a:srgbClr val="F84949"/>
          </a:fillRef>
          <a:effectRef idx="0">
            <a:srgbClr val="F84949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80" name="圆角矩形 179"/>
          <p:cNvSpPr/>
          <p:nvPr>
            <p:custDataLst>
              <p:tags r:id="rId3"/>
            </p:custDataLst>
          </p:nvPr>
        </p:nvSpPr>
        <p:spPr>
          <a:xfrm flipH="1">
            <a:off x="1078230" y="1182370"/>
            <a:ext cx="2118360" cy="580390"/>
          </a:xfrm>
          <a:prstGeom prst="roundRect">
            <a:avLst>
              <a:gd name="adj" fmla="val 50000"/>
            </a:avLst>
          </a:prstGeom>
          <a:solidFill>
            <a:srgbClr val="F84949"/>
          </a:solidFill>
          <a:ln>
            <a:noFill/>
          </a:ln>
        </p:spPr>
        <p:style>
          <a:lnRef idx="2">
            <a:srgbClr val="F84949">
              <a:shade val="50000"/>
            </a:srgbClr>
          </a:lnRef>
          <a:fillRef idx="1">
            <a:srgbClr val="F84949"/>
          </a:fillRef>
          <a:effectRef idx="0">
            <a:srgbClr val="F84949"/>
          </a:effectRef>
          <a:fontRef idx="minor">
            <a:srgbClr val="FFFFFF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研发</a:t>
            </a:r>
            <a:r>
              <a:rPr lang="en-US" altLang="zh-CN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/ </a:t>
            </a: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产品</a:t>
            </a:r>
            <a:r>
              <a:rPr lang="en-US" altLang="zh-CN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(</a:t>
            </a: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变更发起</a:t>
            </a:r>
            <a:r>
              <a:rPr lang="en-US" altLang="zh-CN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)</a:t>
            </a:r>
            <a:endParaRPr lang="en-US" altLang="zh-CN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81" name="矩形 180"/>
          <p:cNvSpPr/>
          <p:nvPr>
            <p:custDataLst>
              <p:tags r:id="rId4"/>
            </p:custDataLst>
          </p:nvPr>
        </p:nvSpPr>
        <p:spPr>
          <a:xfrm>
            <a:off x="3345180" y="1120775"/>
            <a:ext cx="5862320" cy="70231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</a:rPr>
              <a:t>发起</a:t>
            </a:r>
            <a:r>
              <a:rPr lang="en-US" altLang="zh-CN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</a:rPr>
              <a:t>PLM/ECR</a:t>
            </a:r>
            <a:r>
              <a:rPr lang="zh-CN" altLang="en-US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</a:rPr>
              <a:t>：详细说明变更（料号、描述、用量、替代关系、生效方式）。</a:t>
            </a:r>
            <a:endParaRPr lang="zh-CN" altLang="en-US" sz="90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</a:rPr>
              <a:t>定义切换策略：明确</a:t>
            </a:r>
            <a:r>
              <a:rPr lang="en-US" altLang="zh-CN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</a:rPr>
              <a:t> “</a:t>
            </a:r>
            <a:r>
              <a:rPr lang="zh-CN" altLang="en-US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</a:rPr>
              <a:t>立即切换</a:t>
            </a:r>
            <a:r>
              <a:rPr lang="en-US" altLang="zh-CN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</a:rPr>
              <a:t>”/“</a:t>
            </a:r>
            <a:r>
              <a:rPr lang="zh-CN" altLang="en-US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</a:rPr>
              <a:t>自然切换</a:t>
            </a:r>
            <a:r>
              <a:rPr lang="en-US" altLang="zh-CN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</a:rPr>
              <a:t>”/“</a:t>
            </a:r>
            <a:r>
              <a:rPr lang="zh-CN" altLang="en-US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</a:rPr>
              <a:t>指定工单切换</a:t>
            </a:r>
            <a:r>
              <a:rPr lang="en-US" altLang="zh-CN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</a:rPr>
              <a:t>” </a:t>
            </a:r>
            <a:r>
              <a:rPr lang="zh-CN" altLang="en-US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</a:rPr>
              <a:t>，并指定旧物料处理方式（返工</a:t>
            </a:r>
            <a:r>
              <a:rPr lang="en-US" altLang="zh-CN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</a:rPr>
              <a:t>报废</a:t>
            </a:r>
            <a:r>
              <a:rPr lang="en-US" altLang="zh-CN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</a:rPr>
              <a:t>消耗）</a:t>
            </a:r>
            <a:endParaRPr lang="zh-CN" altLang="en-US" sz="90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</a:rPr>
              <a:t>提供关键信息：必要时，提供新旧物料外观对比图、位置图，供现场识别。</a:t>
            </a:r>
            <a:endParaRPr lang="zh-CN" altLang="en-US" sz="90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2" name="序号"/>
          <p:cNvSpPr/>
          <p:nvPr>
            <p:custDataLst>
              <p:tags r:id="rId5"/>
            </p:custDataLst>
          </p:nvPr>
        </p:nvSpPr>
        <p:spPr>
          <a:xfrm>
            <a:off x="360681" y="1115016"/>
            <a:ext cx="540417" cy="540417"/>
          </a:xfrm>
          <a:prstGeom prst="ellipse">
            <a:avLst/>
          </a:prstGeom>
          <a:gradFill>
            <a:gsLst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rgbClr val="F84949">
              <a:shade val="50000"/>
            </a:srgbClr>
          </a:lnRef>
          <a:fillRef idx="1">
            <a:srgbClr val="F84949"/>
          </a:fillRef>
          <a:effectRef idx="0">
            <a:srgbClr val="F84949"/>
          </a:effectRef>
          <a:fontRef idx="minor">
            <a:srgbClr val="FFFFFF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>
                <a:solidFill>
                  <a:srgbClr val="000000">
                    <a:lumMod val="75000"/>
                    <a:lumOff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</a:t>
            </a:r>
            <a:endParaRPr lang="en-US" altLang="zh-CN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83" name="圆角矩形 9"/>
          <p:cNvSpPr/>
          <p:nvPr>
            <p:custDataLst>
              <p:tags r:id="rId6"/>
            </p:custDataLst>
          </p:nvPr>
        </p:nvSpPr>
        <p:spPr>
          <a:xfrm>
            <a:off x="1015365" y="2153285"/>
            <a:ext cx="8178165" cy="838835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rgbClr val="F84949">
              <a:shade val="50000"/>
            </a:srgbClr>
          </a:lnRef>
          <a:fillRef idx="1">
            <a:srgbClr val="F84949"/>
          </a:fillRef>
          <a:effectRef idx="0">
            <a:srgbClr val="F84949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84" name="圆角矩形 183"/>
          <p:cNvSpPr/>
          <p:nvPr>
            <p:custDataLst>
              <p:tags r:id="rId7"/>
            </p:custDataLst>
          </p:nvPr>
        </p:nvSpPr>
        <p:spPr>
          <a:xfrm flipH="1">
            <a:off x="1078230" y="2283460"/>
            <a:ext cx="2118360" cy="580390"/>
          </a:xfrm>
          <a:prstGeom prst="roundRect">
            <a:avLst>
              <a:gd name="adj" fmla="val 50000"/>
            </a:avLst>
          </a:prstGeom>
          <a:solidFill>
            <a:srgbClr val="F84949"/>
          </a:solidFill>
          <a:ln>
            <a:noFill/>
          </a:ln>
        </p:spPr>
        <p:style>
          <a:lnRef idx="2">
            <a:srgbClr val="F84949">
              <a:shade val="50000"/>
            </a:srgbClr>
          </a:lnRef>
          <a:fillRef idx="1">
            <a:srgbClr val="F84949"/>
          </a:fillRef>
          <a:effectRef idx="0">
            <a:srgbClr val="F84949"/>
          </a:effectRef>
          <a:fontRef idx="minor">
            <a:srgbClr val="FFFFFF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物控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/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计划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(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物料调度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)</a:t>
            </a:r>
            <a:endParaRPr lang="en-US" altLang="zh-CN"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85" name="矩形 184"/>
          <p:cNvSpPr/>
          <p:nvPr>
            <p:custDataLst>
              <p:tags r:id="rId8"/>
            </p:custDataLst>
          </p:nvPr>
        </p:nvSpPr>
        <p:spPr>
          <a:xfrm>
            <a:off x="3364230" y="2221865"/>
            <a:ext cx="5491480" cy="70231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• </a:t>
            </a:r>
            <a:r>
              <a:rPr lang="zh-CN" altLang="en-US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同步</a:t>
            </a:r>
            <a:r>
              <a:rPr lang="en-US" altLang="zh-CN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BOM</a:t>
            </a:r>
            <a:r>
              <a:rPr lang="zh-CN" altLang="en-US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：在</a:t>
            </a:r>
            <a:r>
              <a:rPr lang="en-US" altLang="zh-CN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ERP/MES</a:t>
            </a:r>
            <a:r>
              <a:rPr lang="zh-CN" altLang="en-US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中立即更新并生效新</a:t>
            </a:r>
            <a:r>
              <a:rPr lang="en-US" altLang="zh-CN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BOM</a:t>
            </a:r>
            <a:r>
              <a:rPr lang="zh-CN" altLang="en-US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90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• </a:t>
            </a:r>
            <a:r>
              <a:rPr lang="zh-CN" altLang="en-US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精准发料：严格按新</a:t>
            </a:r>
            <a:r>
              <a:rPr lang="en-US" altLang="zh-CN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BOM</a:t>
            </a:r>
            <a:r>
              <a:rPr lang="zh-CN" altLang="en-US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生成工单物料需求清单进行扣账与发料。</a:t>
            </a:r>
            <a:endParaRPr lang="zh-CN" altLang="en-US" sz="90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• </a:t>
            </a:r>
            <a:r>
              <a:rPr lang="zh-CN" altLang="en-US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缺料处理：若主料缺料，必须协同研发出具正式</a:t>
            </a:r>
            <a:r>
              <a:rPr lang="en-US" altLang="zh-CN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《替代料技术通知单》</a:t>
            </a:r>
            <a:r>
              <a:rPr lang="en-US" altLang="zh-CN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，严禁私自替换。</a:t>
            </a:r>
            <a:endParaRPr lang="zh-CN" altLang="en-US" sz="90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6" name="序号"/>
          <p:cNvSpPr/>
          <p:nvPr>
            <p:custDataLst>
              <p:tags r:id="rId9"/>
            </p:custDataLst>
          </p:nvPr>
        </p:nvSpPr>
        <p:spPr>
          <a:xfrm>
            <a:off x="360681" y="2237996"/>
            <a:ext cx="540417" cy="540417"/>
          </a:xfrm>
          <a:prstGeom prst="ellipse">
            <a:avLst/>
          </a:prstGeom>
          <a:gradFill>
            <a:gsLst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rgbClr val="F84949">
              <a:shade val="50000"/>
            </a:srgbClr>
          </a:lnRef>
          <a:fillRef idx="1">
            <a:srgbClr val="F84949"/>
          </a:fillRef>
          <a:effectRef idx="0">
            <a:srgbClr val="F84949"/>
          </a:effectRef>
          <a:fontRef idx="minor">
            <a:srgbClr val="FFFFFF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>
                <a:solidFill>
                  <a:srgbClr val="000000">
                    <a:lumMod val="75000"/>
                    <a:lumOff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</a:t>
            </a:r>
            <a:endParaRPr lang="en-US" altLang="zh-CN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87" name="圆角矩形 9"/>
          <p:cNvSpPr/>
          <p:nvPr>
            <p:custDataLst>
              <p:tags r:id="rId10"/>
            </p:custDataLst>
          </p:nvPr>
        </p:nvSpPr>
        <p:spPr>
          <a:xfrm>
            <a:off x="1015365" y="3255010"/>
            <a:ext cx="8178165" cy="838835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rgbClr val="F84949">
              <a:shade val="50000"/>
            </a:srgbClr>
          </a:lnRef>
          <a:fillRef idx="1">
            <a:srgbClr val="F84949"/>
          </a:fillRef>
          <a:effectRef idx="0">
            <a:srgbClr val="F84949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88" name="圆角矩形 187"/>
          <p:cNvSpPr/>
          <p:nvPr>
            <p:custDataLst>
              <p:tags r:id="rId11"/>
            </p:custDataLst>
          </p:nvPr>
        </p:nvSpPr>
        <p:spPr>
          <a:xfrm flipH="1">
            <a:off x="1078230" y="3383915"/>
            <a:ext cx="2194560" cy="580390"/>
          </a:xfrm>
          <a:prstGeom prst="roundRect">
            <a:avLst>
              <a:gd name="adj" fmla="val 50000"/>
            </a:avLst>
          </a:prstGeom>
          <a:solidFill>
            <a:srgbClr val="F84949"/>
          </a:solidFill>
          <a:ln>
            <a:noFill/>
          </a:ln>
        </p:spPr>
        <p:style>
          <a:lnRef idx="2">
            <a:srgbClr val="F84949">
              <a:shade val="50000"/>
            </a:srgbClr>
          </a:lnRef>
          <a:fillRef idx="1">
            <a:srgbClr val="F84949"/>
          </a:fillRef>
          <a:effectRef idx="0">
            <a:srgbClr val="F84949"/>
          </a:effectRef>
          <a:fontRef idx="minor">
            <a:srgbClr val="FFFFFF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SMT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线边仓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(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实物准备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)</a:t>
            </a:r>
            <a:endParaRPr lang="en-US" altLang="zh-CN"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89" name="矩形 188"/>
          <p:cNvSpPr/>
          <p:nvPr>
            <p:custDataLst>
              <p:tags r:id="rId12"/>
            </p:custDataLst>
          </p:nvPr>
        </p:nvSpPr>
        <p:spPr>
          <a:xfrm>
            <a:off x="3373120" y="3322955"/>
            <a:ext cx="5633720" cy="70231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• </a:t>
            </a:r>
            <a:r>
              <a:rPr lang="zh-CN" altLang="en-US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接收双单：同时接收最新站位表与</a:t>
            </a:r>
            <a:r>
              <a:rPr lang="en-US" altLang="zh-CN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《</a:t>
            </a:r>
            <a:r>
              <a:rPr lang="en-US" altLang="zh-CN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ECN</a:t>
            </a:r>
            <a:r>
              <a:rPr lang="zh-CN" altLang="en-US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执行通知单》。</a:t>
            </a:r>
            <a:endParaRPr lang="zh-CN" altLang="en-US" sz="90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• </a:t>
            </a:r>
            <a:r>
              <a:rPr lang="zh-CN" altLang="en-US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备料复核：依据站位表备料，逐项核对物料标签、料号、规格与通知单要求是否一致。</a:t>
            </a:r>
            <a:endParaRPr lang="zh-CN" altLang="en-US" sz="90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• </a:t>
            </a:r>
            <a:r>
              <a:rPr lang="zh-CN" altLang="en-US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物理隔离：设立</a:t>
            </a:r>
            <a:r>
              <a:rPr lang="en-US" altLang="zh-CN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“ECN</a:t>
            </a:r>
            <a:r>
              <a:rPr lang="zh-CN" altLang="en-US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变更专区</a:t>
            </a:r>
            <a:r>
              <a:rPr lang="en-US" altLang="zh-CN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，将新旧物料</a:t>
            </a:r>
            <a:r>
              <a:rPr lang="en-US" altLang="zh-CN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飞达分区域、加盖、贴红色变更标识管理，防止误取。</a:t>
            </a:r>
            <a:endParaRPr lang="zh-CN" altLang="en-US" sz="90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0" name="序号"/>
          <p:cNvSpPr/>
          <p:nvPr>
            <p:custDataLst>
              <p:tags r:id="rId13"/>
            </p:custDataLst>
          </p:nvPr>
        </p:nvSpPr>
        <p:spPr>
          <a:xfrm>
            <a:off x="360681" y="3360977"/>
            <a:ext cx="540417" cy="540417"/>
          </a:xfrm>
          <a:prstGeom prst="ellipse">
            <a:avLst/>
          </a:prstGeom>
          <a:gradFill>
            <a:gsLst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rgbClr val="F84949">
              <a:shade val="50000"/>
            </a:srgbClr>
          </a:lnRef>
          <a:fillRef idx="1">
            <a:srgbClr val="F84949"/>
          </a:fillRef>
          <a:effectRef idx="0">
            <a:srgbClr val="F84949"/>
          </a:effectRef>
          <a:fontRef idx="minor">
            <a:srgbClr val="FFFFFF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>
                <a:solidFill>
                  <a:srgbClr val="000000">
                    <a:lumMod val="75000"/>
                    <a:lumOff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</a:t>
            </a:r>
            <a:endParaRPr lang="en-US" altLang="zh-CN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91" name="圆角矩形 9"/>
          <p:cNvSpPr/>
          <p:nvPr>
            <p:custDataLst>
              <p:tags r:id="rId14"/>
            </p:custDataLst>
          </p:nvPr>
        </p:nvSpPr>
        <p:spPr>
          <a:xfrm>
            <a:off x="1015365" y="4298950"/>
            <a:ext cx="8178165" cy="838835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rgbClr val="F84949">
              <a:shade val="50000"/>
            </a:srgbClr>
          </a:lnRef>
          <a:fillRef idx="1">
            <a:srgbClr val="F84949"/>
          </a:fillRef>
          <a:effectRef idx="0">
            <a:srgbClr val="F84949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92" name="圆角矩形 191"/>
          <p:cNvSpPr/>
          <p:nvPr>
            <p:custDataLst>
              <p:tags r:id="rId15"/>
            </p:custDataLst>
          </p:nvPr>
        </p:nvSpPr>
        <p:spPr>
          <a:xfrm flipH="1">
            <a:off x="1078230" y="4427855"/>
            <a:ext cx="2118360" cy="580390"/>
          </a:xfrm>
          <a:prstGeom prst="roundRect">
            <a:avLst>
              <a:gd name="adj" fmla="val 50000"/>
            </a:avLst>
          </a:prstGeom>
          <a:solidFill>
            <a:srgbClr val="F84949"/>
          </a:solidFill>
          <a:ln>
            <a:noFill/>
          </a:ln>
        </p:spPr>
        <p:style>
          <a:lnRef idx="2">
            <a:srgbClr val="F84949">
              <a:shade val="50000"/>
            </a:srgbClr>
          </a:lnRef>
          <a:fillRef idx="1">
            <a:srgbClr val="F84949"/>
          </a:fillRef>
          <a:effectRef idx="0">
            <a:srgbClr val="F84949"/>
          </a:effectRef>
          <a:fontRef idx="minor">
            <a:srgbClr val="FFFFFF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SMT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工艺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(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程序保证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)</a:t>
            </a:r>
            <a:endParaRPr lang="en-US" altLang="zh-CN"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93" name="矩形 192"/>
          <p:cNvSpPr/>
          <p:nvPr>
            <p:custDataLst>
              <p:tags r:id="rId16"/>
            </p:custDataLst>
          </p:nvPr>
        </p:nvSpPr>
        <p:spPr>
          <a:xfrm>
            <a:off x="3401695" y="4367530"/>
            <a:ext cx="5615305" cy="70231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• </a:t>
            </a:r>
            <a:r>
              <a:rPr lang="zh-CN" altLang="en-US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获取最新基准：从</a:t>
            </a:r>
            <a:r>
              <a:rPr lang="en-US" altLang="zh-CN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PLM</a:t>
            </a:r>
            <a:r>
              <a:rPr lang="zh-CN" altLang="en-US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系统捞取已生效的最新版</a:t>
            </a:r>
            <a:r>
              <a:rPr lang="en-US" altLang="zh-CN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BOM</a:t>
            </a:r>
            <a:r>
              <a:rPr lang="zh-CN" altLang="en-US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作为唯一依据。</a:t>
            </a:r>
            <a:endParaRPr lang="zh-CN" altLang="en-US" sz="90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• </a:t>
            </a:r>
            <a:r>
              <a:rPr lang="zh-CN" altLang="en-US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更新站位表：比对</a:t>
            </a:r>
            <a:r>
              <a:rPr lang="en-US" altLang="zh-CN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BOM</a:t>
            </a:r>
            <a:r>
              <a:rPr lang="zh-CN" altLang="en-US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与现有程序，更新、标注所有变更的物料站位、料号、描述。</a:t>
            </a:r>
            <a:endParaRPr lang="zh-CN" altLang="en-US" sz="90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• </a:t>
            </a:r>
            <a:r>
              <a:rPr lang="zh-CN" altLang="en-US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版本受控：在站位表及贴片程序中明确标注</a:t>
            </a:r>
            <a:r>
              <a:rPr lang="en-US" altLang="zh-CN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ECN</a:t>
            </a:r>
            <a:r>
              <a:rPr lang="zh-CN" altLang="en-US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编号及版本，并通过</a:t>
            </a:r>
            <a:r>
              <a:rPr lang="en-US" altLang="zh-CN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MES</a:t>
            </a:r>
            <a:r>
              <a:rPr lang="zh-CN" altLang="en-US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系统下发，确保线体获取最新文件。</a:t>
            </a:r>
            <a:endParaRPr lang="zh-CN" altLang="en-US" sz="90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4" name="序号"/>
          <p:cNvSpPr/>
          <p:nvPr>
            <p:custDataLst>
              <p:tags r:id="rId17"/>
            </p:custDataLst>
          </p:nvPr>
        </p:nvSpPr>
        <p:spPr>
          <a:xfrm>
            <a:off x="360681" y="4426167"/>
            <a:ext cx="540417" cy="540417"/>
          </a:xfrm>
          <a:prstGeom prst="ellipse">
            <a:avLst/>
          </a:prstGeom>
          <a:gradFill>
            <a:gsLst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rgbClr val="F84949">
              <a:shade val="50000"/>
            </a:srgbClr>
          </a:lnRef>
          <a:fillRef idx="1">
            <a:srgbClr val="F84949"/>
          </a:fillRef>
          <a:effectRef idx="0">
            <a:srgbClr val="F84949"/>
          </a:effectRef>
          <a:fontRef idx="minor">
            <a:srgbClr val="FFFFFF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>
                <a:solidFill>
                  <a:srgbClr val="000000">
                    <a:lumMod val="75000"/>
                    <a:lumOff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4</a:t>
            </a:r>
            <a:endParaRPr lang="en-US" altLang="zh-CN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95" name="圆角矩形 9"/>
          <p:cNvSpPr/>
          <p:nvPr>
            <p:custDataLst>
              <p:tags r:id="rId18"/>
            </p:custDataLst>
          </p:nvPr>
        </p:nvSpPr>
        <p:spPr>
          <a:xfrm>
            <a:off x="1015365" y="5361940"/>
            <a:ext cx="8177530" cy="838835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rgbClr val="F84949">
              <a:shade val="50000"/>
            </a:srgbClr>
          </a:lnRef>
          <a:fillRef idx="1">
            <a:srgbClr val="F84949"/>
          </a:fillRef>
          <a:effectRef idx="0">
            <a:srgbClr val="F84949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96" name="圆角矩形 195"/>
          <p:cNvSpPr/>
          <p:nvPr>
            <p:custDataLst>
              <p:tags r:id="rId19"/>
            </p:custDataLst>
          </p:nvPr>
        </p:nvSpPr>
        <p:spPr>
          <a:xfrm flipH="1">
            <a:off x="1078230" y="5491480"/>
            <a:ext cx="2118360" cy="580390"/>
          </a:xfrm>
          <a:prstGeom prst="roundRect">
            <a:avLst>
              <a:gd name="adj" fmla="val 50000"/>
            </a:avLst>
          </a:prstGeom>
          <a:solidFill>
            <a:srgbClr val="F84949"/>
          </a:solidFill>
          <a:ln>
            <a:noFill/>
          </a:ln>
        </p:spPr>
        <p:style>
          <a:lnRef idx="2">
            <a:srgbClr val="F84949">
              <a:shade val="50000"/>
            </a:srgbClr>
          </a:lnRef>
          <a:fillRef idx="1">
            <a:srgbClr val="F84949"/>
          </a:fillRef>
          <a:effectRef idx="0">
            <a:srgbClr val="F84949"/>
          </a:effectRef>
          <a:fontRef idx="minor">
            <a:srgbClr val="FFFFFF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SMT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巡检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(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最终验证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)</a:t>
            </a:r>
            <a:endParaRPr lang="en-US" altLang="zh-CN"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97" name="矩形 196"/>
          <p:cNvSpPr/>
          <p:nvPr>
            <p:custDataLst>
              <p:tags r:id="rId20"/>
            </p:custDataLst>
          </p:nvPr>
        </p:nvSpPr>
        <p:spPr>
          <a:xfrm>
            <a:off x="3420745" y="5412105"/>
            <a:ext cx="5672455" cy="70231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• </a:t>
            </a:r>
            <a:r>
              <a:rPr lang="zh-CN" altLang="en-US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首件必查：首件检验时，必须执行</a:t>
            </a:r>
            <a:r>
              <a:rPr lang="en-US" altLang="zh-CN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三层比对</a:t>
            </a:r>
            <a:r>
              <a:rPr lang="en-US" altLang="zh-CN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endParaRPr lang="zh-CN" altLang="en-US" sz="90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en-US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①</a:t>
            </a:r>
            <a:r>
              <a:rPr lang="en-US" altLang="zh-CN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 PLM</a:t>
            </a:r>
            <a:r>
              <a:rPr lang="zh-CN" altLang="en-US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最新</a:t>
            </a:r>
            <a:r>
              <a:rPr lang="en-US" altLang="zh-CN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BOM </a:t>
            </a:r>
            <a:r>
              <a:rPr lang="en-US" altLang="en-US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↔</a:t>
            </a:r>
            <a:r>
              <a:rPr lang="en-US" altLang="zh-CN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en-US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②</a:t>
            </a:r>
            <a:r>
              <a:rPr lang="en-US" altLang="zh-CN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现场站位表</a:t>
            </a:r>
            <a:r>
              <a:rPr lang="en-US" altLang="zh-CN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程序</a:t>
            </a:r>
            <a:r>
              <a:rPr lang="en-US" altLang="zh-CN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en-US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↔</a:t>
            </a:r>
            <a:r>
              <a:rPr lang="en-US" altLang="zh-CN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en-US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③</a:t>
            </a:r>
            <a:r>
              <a:rPr lang="en-US" altLang="zh-CN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实贴板元器件。</a:t>
            </a:r>
            <a:endParaRPr lang="zh-CN" altLang="en-US" sz="90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• </a:t>
            </a:r>
            <a:r>
              <a:rPr lang="zh-CN" altLang="en-US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重点确认：专门核对</a:t>
            </a:r>
            <a:r>
              <a:rPr lang="en-US" altLang="zh-CN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ECN</a:t>
            </a:r>
            <a:r>
              <a:rPr lang="zh-CN" altLang="en-US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涉及的物料位置、极性、料号是否正确。</a:t>
            </a:r>
            <a:endParaRPr lang="zh-CN" altLang="en-US" sz="90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• </a:t>
            </a:r>
            <a:r>
              <a:rPr lang="zh-CN" altLang="en-US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签核闭环：首件报告必须包含</a:t>
            </a:r>
            <a:r>
              <a:rPr lang="en-US" altLang="zh-CN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ECN</a:t>
            </a:r>
            <a:r>
              <a:rPr lang="zh-CN" altLang="en-US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执行状态确认项，签字后代表</a:t>
            </a:r>
            <a:r>
              <a:rPr lang="en-US" altLang="zh-CN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ECN</a:t>
            </a:r>
            <a:r>
              <a:rPr lang="zh-CN" altLang="en-US" sz="90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在线体已正确实施。</a:t>
            </a:r>
            <a:endParaRPr lang="zh-CN" altLang="en-US" sz="90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8" name="序号"/>
          <p:cNvSpPr/>
          <p:nvPr>
            <p:custDataLst>
              <p:tags r:id="rId21"/>
            </p:custDataLst>
          </p:nvPr>
        </p:nvSpPr>
        <p:spPr>
          <a:xfrm>
            <a:off x="360681" y="5511047"/>
            <a:ext cx="540417" cy="540417"/>
          </a:xfrm>
          <a:prstGeom prst="ellipse">
            <a:avLst/>
          </a:prstGeom>
          <a:gradFill>
            <a:gsLst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rgbClr val="F84949">
              <a:shade val="50000"/>
            </a:srgbClr>
          </a:lnRef>
          <a:fillRef idx="1">
            <a:srgbClr val="F84949"/>
          </a:fillRef>
          <a:effectRef idx="0">
            <a:srgbClr val="F84949"/>
          </a:effectRef>
          <a:fontRef idx="minor">
            <a:srgbClr val="FFFFFF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>
                <a:solidFill>
                  <a:srgbClr val="000000">
                    <a:lumMod val="75000"/>
                    <a:lumOff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5</a:t>
            </a:r>
            <a:endParaRPr lang="en-US" altLang="zh-CN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199" name="直接连接符 198"/>
          <p:cNvCxnSpPr>
            <a:stCxn id="186" idx="4"/>
          </p:cNvCxnSpPr>
          <p:nvPr>
            <p:custDataLst>
              <p:tags r:id="rId22"/>
            </p:custDataLst>
          </p:nvPr>
        </p:nvCxnSpPr>
        <p:spPr>
          <a:xfrm>
            <a:off x="631298" y="2777950"/>
            <a:ext cx="0" cy="582930"/>
          </a:xfrm>
          <a:prstGeom prst="line">
            <a:avLst/>
          </a:prstGeom>
          <a:ln w="19050">
            <a:solidFill>
              <a:srgbClr val="000000">
                <a:lumMod val="40000"/>
                <a:lumOff val="60000"/>
                <a:alpha val="20000"/>
              </a:srgbClr>
            </a:solidFill>
          </a:ln>
        </p:spPr>
        <p:style>
          <a:lnRef idx="1">
            <a:srgbClr val="F84949"/>
          </a:lnRef>
          <a:fillRef idx="0">
            <a:srgbClr val="F84949"/>
          </a:fillRef>
          <a:effectRef idx="0">
            <a:srgbClr val="F84949"/>
          </a:effectRef>
          <a:fontRef idx="minor">
            <a:srgbClr val="000000"/>
          </a:fontRef>
        </p:style>
      </p:cxnSp>
      <p:cxnSp>
        <p:nvCxnSpPr>
          <p:cNvPr id="200" name="直接连接符 199"/>
          <p:cNvCxnSpPr>
            <a:stCxn id="190" idx="4"/>
          </p:cNvCxnSpPr>
          <p:nvPr>
            <p:custDataLst>
              <p:tags r:id="rId23"/>
            </p:custDataLst>
          </p:nvPr>
        </p:nvCxnSpPr>
        <p:spPr>
          <a:xfrm>
            <a:off x="631298" y="3901565"/>
            <a:ext cx="0" cy="524510"/>
          </a:xfrm>
          <a:prstGeom prst="line">
            <a:avLst/>
          </a:prstGeom>
          <a:ln w="19050">
            <a:solidFill>
              <a:srgbClr val="000000">
                <a:lumMod val="40000"/>
                <a:lumOff val="60000"/>
                <a:alpha val="20000"/>
              </a:srgbClr>
            </a:solidFill>
          </a:ln>
        </p:spPr>
        <p:style>
          <a:lnRef idx="1">
            <a:srgbClr val="F84949"/>
          </a:lnRef>
          <a:fillRef idx="0">
            <a:srgbClr val="F84949"/>
          </a:fillRef>
          <a:effectRef idx="0">
            <a:srgbClr val="F84949"/>
          </a:effectRef>
          <a:fontRef idx="minor">
            <a:srgbClr val="000000"/>
          </a:fontRef>
        </p:style>
      </p:cxnSp>
      <p:cxnSp>
        <p:nvCxnSpPr>
          <p:cNvPr id="201" name="直接连接符 200"/>
          <p:cNvCxnSpPr>
            <a:stCxn id="194" idx="4"/>
            <a:endCxn id="198" idx="0"/>
          </p:cNvCxnSpPr>
          <p:nvPr>
            <p:custDataLst>
              <p:tags r:id="rId24"/>
            </p:custDataLst>
          </p:nvPr>
        </p:nvCxnSpPr>
        <p:spPr>
          <a:xfrm>
            <a:off x="631298" y="4966125"/>
            <a:ext cx="0" cy="544830"/>
          </a:xfrm>
          <a:prstGeom prst="line">
            <a:avLst/>
          </a:prstGeom>
          <a:ln w="19050">
            <a:solidFill>
              <a:srgbClr val="000000">
                <a:lumMod val="40000"/>
                <a:lumOff val="60000"/>
                <a:alpha val="20000"/>
              </a:srgbClr>
            </a:solidFill>
          </a:ln>
        </p:spPr>
        <p:style>
          <a:lnRef idx="1">
            <a:srgbClr val="F84949"/>
          </a:lnRef>
          <a:fillRef idx="0">
            <a:srgbClr val="F84949"/>
          </a:fillRef>
          <a:effectRef idx="0">
            <a:srgbClr val="F84949"/>
          </a:effectRef>
          <a:fontRef idx="minor">
            <a:srgbClr val="000000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32715" y="109855"/>
            <a:ext cx="66636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2</a:t>
            </a:r>
            <a:r>
              <a:rPr lang="zh-CN" altLang="en-US" sz="2800" b="1"/>
              <a:t>、</a:t>
            </a:r>
            <a:r>
              <a:rPr lang="en-US" altLang="zh-CN" sz="2800" b="1"/>
              <a:t>SMT</a:t>
            </a:r>
            <a:r>
              <a:rPr lang="zh-CN" altLang="en-US" sz="2800" b="1"/>
              <a:t>站点防错料</a:t>
            </a:r>
            <a:r>
              <a:rPr lang="en-US" altLang="zh-CN" sz="2800" b="1"/>
              <a:t>--</a:t>
            </a:r>
            <a:r>
              <a:rPr lang="zh-CN" altLang="en-US" sz="2800" b="1">
                <a:solidFill>
                  <a:srgbClr val="FF0000"/>
                </a:solidFill>
                <a:sym typeface="+mn-ea"/>
              </a:rPr>
              <a:t>离线备料</a:t>
            </a:r>
            <a:r>
              <a:rPr lang="zh-CN" altLang="en-US" sz="2800" b="1">
                <a:solidFill>
                  <a:srgbClr val="FF0000"/>
                </a:solidFill>
                <a:sym typeface="+mn-ea"/>
              </a:rPr>
              <a:t>失败</a:t>
            </a:r>
            <a:r>
              <a:rPr lang="zh-CN" altLang="en-US" sz="2800" b="1">
                <a:solidFill>
                  <a:srgbClr val="FF0000"/>
                </a:solidFill>
                <a:sym typeface="+mn-ea"/>
              </a:rPr>
              <a:t>案例</a:t>
            </a:r>
            <a:endParaRPr lang="zh-CN" altLang="en-US" sz="2800" b="1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32715" y="109855"/>
            <a:ext cx="72923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2</a:t>
            </a:r>
            <a:r>
              <a:rPr lang="zh-CN" altLang="en-US" sz="2800" b="1"/>
              <a:t>、</a:t>
            </a:r>
            <a:r>
              <a:rPr lang="en-US" altLang="zh-CN" sz="2800" b="1"/>
              <a:t>SMT</a:t>
            </a:r>
            <a:r>
              <a:rPr lang="zh-CN" altLang="en-US" sz="2800" b="1"/>
              <a:t>站点防错料</a:t>
            </a:r>
            <a:r>
              <a:rPr lang="en-US" altLang="zh-CN" sz="2800" b="1"/>
              <a:t>--</a:t>
            </a:r>
            <a:r>
              <a:rPr lang="zh-CN" altLang="en-US" sz="2800" b="1">
                <a:solidFill>
                  <a:srgbClr val="060BF8"/>
                </a:solidFill>
                <a:sym typeface="+mn-ea"/>
              </a:rPr>
              <a:t>离线备料核料</a:t>
            </a:r>
            <a:r>
              <a:rPr lang="zh-CN" altLang="en-US" sz="2800" b="1">
                <a:solidFill>
                  <a:srgbClr val="060BF8"/>
                </a:solidFill>
                <a:sym typeface="+mn-ea"/>
              </a:rPr>
              <a:t>分析与改善</a:t>
            </a:r>
            <a:endParaRPr lang="zh-CN" altLang="en-US" sz="28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355600" y="5701666"/>
            <a:ext cx="11582400" cy="478790"/>
          </a:xfrm>
          <a:prstGeom prst="rect">
            <a:avLst/>
          </a:prstGeom>
          <a:gradFill>
            <a:gsLst>
              <a:gs pos="0">
                <a:srgbClr val="F35B44"/>
              </a:gs>
              <a:gs pos="100000">
                <a:srgbClr val="F35B44">
                  <a:alpha val="60000"/>
                </a:srgbClr>
              </a:gs>
            </a:gsLst>
            <a:lin ang="0" scaled="0"/>
          </a:gradFill>
          <a:ln>
            <a:noFill/>
          </a:ln>
          <a:effectLst>
            <a:outerShdw blurRad="152400" dist="38100" dir="2700000" algn="tl" rotWithShape="0">
              <a:srgbClr val="F35B44">
                <a:lumMod val="75000"/>
                <a:alpha val="20000"/>
              </a:srgbClr>
            </a:outerShdw>
          </a:effectLst>
        </p:spPr>
        <p:style>
          <a:lnRef idx="2">
            <a:srgbClr val="F35B44">
              <a:lumMod val="75000"/>
            </a:srgbClr>
          </a:lnRef>
          <a:fillRef idx="1">
            <a:srgbClr val="F35B44"/>
          </a:fillRef>
          <a:effectRef idx="0">
            <a:srgbClr val="FFFFFF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14" name="直接连接符 13"/>
          <p:cNvCxnSpPr/>
          <p:nvPr>
            <p:custDataLst>
              <p:tags r:id="rId2"/>
            </p:custDataLst>
          </p:nvPr>
        </p:nvCxnSpPr>
        <p:spPr>
          <a:xfrm flipV="1">
            <a:off x="355600" y="5940426"/>
            <a:ext cx="11043920" cy="635"/>
          </a:xfrm>
          <a:prstGeom prst="line">
            <a:avLst/>
          </a:prstGeom>
          <a:ln w="31750">
            <a:gradFill>
              <a:gsLst>
                <a:gs pos="0">
                  <a:srgbClr val="FFFFFF">
                    <a:alpha val="78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 scaled="1"/>
            </a:gradFill>
            <a:tailEnd type="triangle"/>
          </a:ln>
        </p:spPr>
        <p:style>
          <a:lnRef idx="2">
            <a:srgbClr val="F35B44"/>
          </a:lnRef>
          <a:fillRef idx="0">
            <a:srgbClr val="FFFFFF"/>
          </a:fillRef>
          <a:effectRef idx="0">
            <a:srgbClr val="FFFFFF"/>
          </a:effectRef>
          <a:fontRef idx="minor">
            <a:srgbClr val="000000"/>
          </a:fontRef>
        </p:style>
      </p:cxnSp>
      <p:sp>
        <p:nvSpPr>
          <p:cNvPr id="11" name="椭圆 10"/>
          <p:cNvSpPr/>
          <p:nvPr>
            <p:custDataLst>
              <p:tags r:id="rId3"/>
            </p:custDataLst>
          </p:nvPr>
        </p:nvSpPr>
        <p:spPr>
          <a:xfrm>
            <a:off x="325120" y="3032761"/>
            <a:ext cx="75565" cy="75565"/>
          </a:xfrm>
          <a:prstGeom prst="ellipse">
            <a:avLst/>
          </a:prstGeom>
          <a:noFill/>
          <a:ln>
            <a:solidFill>
              <a:srgbClr val="F35B44"/>
            </a:solidFill>
          </a:ln>
        </p:spPr>
        <p:style>
          <a:lnRef idx="2">
            <a:srgbClr val="F35B44">
              <a:lumMod val="75000"/>
            </a:srgbClr>
          </a:lnRef>
          <a:fillRef idx="1">
            <a:srgbClr val="F35B44"/>
          </a:fillRef>
          <a:effectRef idx="0">
            <a:srgbClr val="FFFFFF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4" name="矩形 23"/>
          <p:cNvSpPr/>
          <p:nvPr>
            <p:custDataLst>
              <p:tags r:id="rId4"/>
            </p:custDataLst>
          </p:nvPr>
        </p:nvSpPr>
        <p:spPr>
          <a:xfrm>
            <a:off x="400685" y="862966"/>
            <a:ext cx="2644140" cy="4483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 anchorCtr="0">
            <a:noAutofit/>
          </a:bodyPr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35B44"/>
                </a:solidFill>
                <a:latin typeface="微软雅黑" panose="020B0503020204020204" charset="-122"/>
                <a:cs typeface="微软雅黑" panose="020B0503020204020204" charset="-122"/>
              </a:rPr>
              <a:t>SMT</a:t>
            </a:r>
            <a:r>
              <a:rPr lang="zh-CN" altLang="en-US" sz="2400" b="1">
                <a:solidFill>
                  <a:srgbClr val="F35B44"/>
                </a:solidFill>
                <a:latin typeface="微软雅黑" panose="020B0503020204020204" charset="-122"/>
                <a:cs typeface="微软雅黑" panose="020B0503020204020204" charset="-122"/>
              </a:rPr>
              <a:t>线边仓</a:t>
            </a:r>
            <a:endParaRPr lang="zh-CN" altLang="en-US" sz="2400" b="1">
              <a:solidFill>
                <a:srgbClr val="F35B44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5"/>
            </p:custDataLst>
          </p:nvPr>
        </p:nvSpPr>
        <p:spPr>
          <a:xfrm>
            <a:off x="400685" y="1311276"/>
            <a:ext cx="2657475" cy="43053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just"/>
            <a:r>
              <a:rPr lang="zh-CN" altLang="en-US" sz="2000" b="1"/>
              <a:t>常见错误类型</a:t>
            </a:r>
            <a:endParaRPr lang="zh-CN" altLang="en-US" sz="2000" b="1"/>
          </a:p>
        </p:txBody>
      </p:sp>
      <p:sp>
        <p:nvSpPr>
          <p:cNvPr id="26" name="文本框 25"/>
          <p:cNvSpPr txBox="1"/>
          <p:nvPr>
            <p:custDataLst>
              <p:tags r:id="rId6"/>
            </p:custDataLst>
          </p:nvPr>
        </p:nvSpPr>
        <p:spPr>
          <a:xfrm>
            <a:off x="400685" y="1745615"/>
            <a:ext cx="3721100" cy="143700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indent="0" algn="just" fontAlgn="auto">
              <a:lnSpc>
                <a:spcPct val="140000"/>
              </a:lnSpc>
            </a:pP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FF0000"/>
                </a:solidFill>
                <a:latin typeface="微软雅黑" panose="020B0503020204020204" charset="-122"/>
                <a:sym typeface="微软雅黑" panose="020B0503020204020204" charset="-122"/>
              </a:rPr>
              <a:t>1. 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FF0000"/>
                </a:solidFill>
                <a:latin typeface="微软雅黑" panose="020B0503020204020204" charset="-122"/>
                <a:sym typeface="微软雅黑" panose="020B0503020204020204" charset="-122"/>
              </a:rPr>
              <a:t>上错料（物料与站位表不符）</a:t>
            </a:r>
            <a:endParaRPr lang="zh-CN" altLang="en-US" sz="1200" kern="0" dirty="0">
              <a:ln>
                <a:noFill/>
                <a:prstDash val="sysDot"/>
              </a:ln>
              <a:solidFill>
                <a:srgbClr val="FF0000"/>
              </a:solidFill>
              <a:latin typeface="微软雅黑" panose="020B0503020204020204" charset="-122"/>
              <a:sym typeface="微软雅黑" panose="020B0503020204020204" charset="-122"/>
            </a:endParaRPr>
          </a:p>
          <a:p>
            <a:pPr indent="0" algn="just" fontAlgn="auto">
              <a:lnSpc>
                <a:spcPct val="140000"/>
              </a:lnSpc>
            </a:pP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FF0000"/>
                </a:solidFill>
                <a:latin typeface="微软雅黑" panose="020B0503020204020204" charset="-122"/>
                <a:sym typeface="微软雅黑" panose="020B0503020204020204" charset="-122"/>
              </a:rPr>
              <a:t>2. 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FF0000"/>
                </a:solidFill>
                <a:latin typeface="微软雅黑" panose="020B0503020204020204" charset="-122"/>
                <a:sym typeface="微软雅黑" panose="020B0503020204020204" charset="-122"/>
              </a:rPr>
              <a:t>上错站位（飞达放置位置错误）</a:t>
            </a:r>
            <a:endParaRPr lang="zh-CN" altLang="en-US" sz="1200" kern="0" dirty="0">
              <a:ln>
                <a:noFill/>
                <a:prstDash val="sysDot"/>
              </a:ln>
              <a:solidFill>
                <a:srgbClr val="FF0000"/>
              </a:solidFill>
              <a:latin typeface="微软雅黑" panose="020B0503020204020204" charset="-122"/>
              <a:sym typeface="微软雅黑" panose="020B0503020204020204" charset="-122"/>
            </a:endParaRPr>
          </a:p>
          <a:p>
            <a:pPr indent="0" algn="just" fontAlgn="auto">
              <a:lnSpc>
                <a:spcPct val="140000"/>
              </a:lnSpc>
            </a:pP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FF0000"/>
                </a:solidFill>
                <a:latin typeface="微软雅黑" panose="020B0503020204020204" charset="-122"/>
                <a:sym typeface="微软雅黑" panose="020B0503020204020204" charset="-122"/>
              </a:rPr>
              <a:t>3. 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FF0000"/>
                </a:solidFill>
                <a:latin typeface="微软雅黑" panose="020B0503020204020204" charset="-122"/>
                <a:sym typeface="微软雅黑" panose="020B0503020204020204" charset="-122"/>
              </a:rPr>
              <a:t>物料与工单信息不一致（如替代料未按通知单使用）</a:t>
            </a:r>
            <a:endParaRPr lang="zh-CN" altLang="en-US" sz="1200" kern="0" dirty="0">
              <a:ln>
                <a:noFill/>
                <a:prstDash val="sysDot"/>
              </a:ln>
              <a:solidFill>
                <a:srgbClr val="FF0000"/>
              </a:solidFill>
              <a:latin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5" name="直接连接符 4"/>
          <p:cNvCxnSpPr/>
          <p:nvPr>
            <p:custDataLst>
              <p:tags r:id="rId7"/>
            </p:custDataLst>
          </p:nvPr>
        </p:nvCxnSpPr>
        <p:spPr>
          <a:xfrm>
            <a:off x="363220" y="3114041"/>
            <a:ext cx="0" cy="2598420"/>
          </a:xfrm>
          <a:prstGeom prst="line">
            <a:avLst/>
          </a:prstGeom>
          <a:ln w="15875">
            <a:solidFill>
              <a:srgbClr val="F35B44"/>
            </a:solidFill>
            <a:tailEnd type="none"/>
          </a:ln>
        </p:spPr>
        <p:style>
          <a:lnRef idx="2">
            <a:srgbClr val="F35B44"/>
          </a:lnRef>
          <a:fillRef idx="0">
            <a:srgbClr val="FFFFFF"/>
          </a:fillRef>
          <a:effectRef idx="0">
            <a:srgbClr val="FFFFFF"/>
          </a:effectRef>
          <a:fontRef idx="minor">
            <a:srgbClr val="000000"/>
          </a:fontRef>
        </p:style>
      </p:cxnSp>
      <p:sp>
        <p:nvSpPr>
          <p:cNvPr id="30" name="矩形 29"/>
          <p:cNvSpPr/>
          <p:nvPr>
            <p:custDataLst>
              <p:tags r:id="rId8"/>
            </p:custDataLst>
          </p:nvPr>
        </p:nvSpPr>
        <p:spPr>
          <a:xfrm>
            <a:off x="8474075" y="862966"/>
            <a:ext cx="2644140" cy="4483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 anchorCtr="0">
            <a:noAutofit/>
          </a:bodyPr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35B44"/>
                </a:solidFill>
                <a:latin typeface="微软雅黑" panose="020B0503020204020204" charset="-122"/>
                <a:cs typeface="微软雅黑" panose="020B0503020204020204" charset="-122"/>
              </a:rPr>
              <a:t>SMT</a:t>
            </a:r>
            <a:r>
              <a:rPr lang="zh-CN" altLang="en-US" sz="2400" b="1">
                <a:solidFill>
                  <a:srgbClr val="F35B44"/>
                </a:solidFill>
                <a:latin typeface="微软雅黑" panose="020B0503020204020204" charset="-122"/>
                <a:cs typeface="微软雅黑" panose="020B0503020204020204" charset="-122"/>
              </a:rPr>
              <a:t>巡检</a:t>
            </a:r>
            <a:r>
              <a:rPr lang="zh-CN" altLang="en-US" sz="2400" b="1">
                <a:solidFill>
                  <a:srgbClr val="F35B44"/>
                </a:solidFill>
                <a:latin typeface="微软雅黑" panose="020B0503020204020204" charset="-122"/>
                <a:cs typeface="微软雅黑" panose="020B0503020204020204" charset="-122"/>
              </a:rPr>
              <a:t>员</a:t>
            </a:r>
            <a:endParaRPr lang="zh-CN" altLang="en-US" sz="2400" b="1">
              <a:solidFill>
                <a:srgbClr val="F35B44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椭圆 16"/>
          <p:cNvSpPr/>
          <p:nvPr>
            <p:custDataLst>
              <p:tags r:id="rId9"/>
            </p:custDataLst>
          </p:nvPr>
        </p:nvSpPr>
        <p:spPr>
          <a:xfrm>
            <a:off x="8398510" y="3022601"/>
            <a:ext cx="75565" cy="75565"/>
          </a:xfrm>
          <a:prstGeom prst="ellipse">
            <a:avLst/>
          </a:prstGeom>
          <a:noFill/>
          <a:ln>
            <a:solidFill>
              <a:srgbClr val="F35B44"/>
            </a:solidFill>
          </a:ln>
        </p:spPr>
        <p:style>
          <a:lnRef idx="2">
            <a:srgbClr val="F35B44">
              <a:lumMod val="75000"/>
            </a:srgbClr>
          </a:lnRef>
          <a:fillRef idx="1">
            <a:srgbClr val="F35B44"/>
          </a:fillRef>
          <a:effectRef idx="0">
            <a:srgbClr val="FFFFFF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16" name="直接连接符 15"/>
          <p:cNvCxnSpPr/>
          <p:nvPr>
            <p:custDataLst>
              <p:tags r:id="rId10"/>
            </p:custDataLst>
          </p:nvPr>
        </p:nvCxnSpPr>
        <p:spPr>
          <a:xfrm>
            <a:off x="8436610" y="3099436"/>
            <a:ext cx="0" cy="2598420"/>
          </a:xfrm>
          <a:prstGeom prst="line">
            <a:avLst/>
          </a:prstGeom>
          <a:ln w="15875">
            <a:solidFill>
              <a:srgbClr val="F35B44"/>
            </a:solidFill>
            <a:tailEnd type="none"/>
          </a:ln>
        </p:spPr>
        <p:style>
          <a:lnRef idx="2">
            <a:srgbClr val="F35B44"/>
          </a:lnRef>
          <a:fillRef idx="0">
            <a:srgbClr val="FFFFFF"/>
          </a:fillRef>
          <a:effectRef idx="0">
            <a:srgbClr val="FFFFFF"/>
          </a:effectRef>
          <a:fontRef idx="minor">
            <a:srgbClr val="000000"/>
          </a:fontRef>
        </p:style>
      </p:cxnSp>
      <p:sp>
        <p:nvSpPr>
          <p:cNvPr id="27" name="矩形 26"/>
          <p:cNvSpPr/>
          <p:nvPr>
            <p:custDataLst>
              <p:tags r:id="rId11"/>
            </p:custDataLst>
          </p:nvPr>
        </p:nvSpPr>
        <p:spPr>
          <a:xfrm>
            <a:off x="4551680" y="862965"/>
            <a:ext cx="2644140" cy="4483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 anchorCtr="0">
            <a:noAutofit/>
          </a:bodyPr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35B44"/>
                </a:solidFill>
                <a:latin typeface="微软雅黑" panose="020B0503020204020204" charset="-122"/>
                <a:cs typeface="微软雅黑" panose="020B0503020204020204" charset="-122"/>
              </a:rPr>
              <a:t>SMT</a:t>
            </a:r>
            <a:r>
              <a:rPr lang="zh-CN" altLang="en-US" sz="2400" b="1">
                <a:solidFill>
                  <a:srgbClr val="F35B44"/>
                </a:solidFill>
                <a:latin typeface="微软雅黑" panose="020B0503020204020204" charset="-122"/>
                <a:cs typeface="微软雅黑" panose="020B0503020204020204" charset="-122"/>
              </a:rPr>
              <a:t>工艺</a:t>
            </a:r>
            <a:r>
              <a:rPr lang="zh-CN" altLang="en-US" sz="2400" b="1">
                <a:solidFill>
                  <a:srgbClr val="F35B44"/>
                </a:solidFill>
                <a:latin typeface="微软雅黑" panose="020B0503020204020204" charset="-122"/>
                <a:cs typeface="微软雅黑" panose="020B0503020204020204" charset="-122"/>
              </a:rPr>
              <a:t>员</a:t>
            </a:r>
            <a:endParaRPr lang="zh-CN" altLang="en-US" sz="2400" b="1">
              <a:solidFill>
                <a:srgbClr val="F35B44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0" name="直接连接符 49"/>
          <p:cNvCxnSpPr/>
          <p:nvPr>
            <p:custDataLst>
              <p:tags r:id="rId12"/>
            </p:custDataLst>
          </p:nvPr>
        </p:nvCxnSpPr>
        <p:spPr>
          <a:xfrm>
            <a:off x="4397375" y="2048511"/>
            <a:ext cx="0" cy="3704590"/>
          </a:xfrm>
          <a:prstGeom prst="line">
            <a:avLst/>
          </a:prstGeom>
          <a:ln w="15875">
            <a:solidFill>
              <a:srgbClr val="F35B44"/>
            </a:solidFill>
          </a:ln>
        </p:spPr>
        <p:style>
          <a:lnRef idx="2">
            <a:srgbClr val="F35B44"/>
          </a:lnRef>
          <a:fillRef idx="0">
            <a:srgbClr val="FFFFFF"/>
          </a:fillRef>
          <a:effectRef idx="0">
            <a:srgbClr val="FFFFFF"/>
          </a:effectRef>
          <a:fontRef idx="minor">
            <a:srgbClr val="000000"/>
          </a:fontRef>
        </p:style>
      </p:cxnSp>
      <p:sp>
        <p:nvSpPr>
          <p:cNvPr id="51" name="椭圆 50"/>
          <p:cNvSpPr/>
          <p:nvPr>
            <p:custDataLst>
              <p:tags r:id="rId13"/>
            </p:custDataLst>
          </p:nvPr>
        </p:nvSpPr>
        <p:spPr>
          <a:xfrm>
            <a:off x="4359275" y="1968501"/>
            <a:ext cx="75565" cy="75565"/>
          </a:xfrm>
          <a:prstGeom prst="ellipse">
            <a:avLst/>
          </a:prstGeom>
          <a:noFill/>
          <a:ln>
            <a:solidFill>
              <a:srgbClr val="F35B44"/>
            </a:solidFill>
          </a:ln>
        </p:spPr>
        <p:style>
          <a:lnRef idx="2">
            <a:srgbClr val="F35B44">
              <a:lumMod val="75000"/>
            </a:srgbClr>
          </a:lnRef>
          <a:fillRef idx="1">
            <a:srgbClr val="F35B44"/>
          </a:fillRef>
          <a:effectRef idx="0">
            <a:srgbClr val="FFFFFF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14"/>
            </p:custDataLst>
          </p:nvPr>
        </p:nvSpPr>
        <p:spPr>
          <a:xfrm>
            <a:off x="422910" y="2486661"/>
            <a:ext cx="2657475" cy="43053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just"/>
            <a:r>
              <a:rPr lang="zh-CN" altLang="en-US" sz="2000" b="1"/>
              <a:t>关键控制点</a:t>
            </a:r>
            <a:endParaRPr lang="zh-CN" altLang="en-US" sz="2000" b="1"/>
          </a:p>
        </p:txBody>
      </p:sp>
      <p:sp>
        <p:nvSpPr>
          <p:cNvPr id="6" name="文本框 5"/>
          <p:cNvSpPr txBox="1"/>
          <p:nvPr>
            <p:custDataLst>
              <p:tags r:id="rId15"/>
            </p:custDataLst>
          </p:nvPr>
        </p:nvSpPr>
        <p:spPr>
          <a:xfrm>
            <a:off x="436245" y="3002915"/>
            <a:ext cx="3721100" cy="31775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indent="0" algn="just" fontAlgn="auto">
              <a:lnSpc>
                <a:spcPct val="140000"/>
              </a:lnSpc>
            </a:pP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“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三核一对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”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备料法：</a:t>
            </a:r>
            <a:endParaRPr lang="zh-CN" altLang="en-US" sz="1200" kern="0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sym typeface="微软雅黑" panose="020B0503020204020204" charset="-122"/>
            </a:endParaRPr>
          </a:p>
          <a:p>
            <a:pPr indent="0" algn="just" fontAlgn="auto">
              <a:lnSpc>
                <a:spcPct val="140000"/>
              </a:lnSpc>
            </a:pPr>
            <a:r>
              <a:rPr lang="en-US" altLang="en-US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①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核实物料标签与《站位表》料号；</a:t>
            </a:r>
            <a:endParaRPr lang="zh-CN" altLang="en-US" sz="1200" kern="0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sym typeface="微软雅黑" panose="020B0503020204020204" charset="-122"/>
            </a:endParaRPr>
          </a:p>
          <a:p>
            <a:pPr indent="0" algn="just" fontAlgn="auto">
              <a:lnSpc>
                <a:spcPct val="140000"/>
              </a:lnSpc>
            </a:pPr>
            <a:r>
              <a:rPr lang="en-US" altLang="en-US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②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核实物料规格描述与站位表；</a:t>
            </a:r>
            <a:endParaRPr lang="zh-CN" altLang="en-US" sz="1200" kern="0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sym typeface="微软雅黑" panose="020B0503020204020204" charset="-122"/>
            </a:endParaRPr>
          </a:p>
          <a:p>
            <a:pPr indent="0" algn="just" fontAlgn="auto">
              <a:lnSpc>
                <a:spcPct val="140000"/>
              </a:lnSpc>
            </a:pPr>
            <a:r>
              <a:rPr lang="en-US" altLang="en-US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③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核实物料批次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/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日期码与要求；</a:t>
            </a:r>
            <a:endParaRPr lang="zh-CN" altLang="en-US" sz="1200" kern="0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sym typeface="微软雅黑" panose="020B0503020204020204" charset="-122"/>
            </a:endParaRPr>
          </a:p>
          <a:p>
            <a:pPr indent="0" algn="just" fontAlgn="auto">
              <a:lnSpc>
                <a:spcPct val="140000"/>
              </a:lnSpc>
            </a:pPr>
            <a:r>
              <a:rPr lang="en-US" altLang="en-US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④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对飞达上料后，扫描飞达条码与站位条码绑定，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MES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校验。</a:t>
            </a:r>
            <a:endParaRPr lang="zh-CN" altLang="en-US" sz="1200" kern="0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sym typeface="微软雅黑" panose="020B0503020204020204" charset="-122"/>
            </a:endParaRPr>
          </a:p>
          <a:p>
            <a:pPr indent="0" algn="just" fontAlgn="auto">
              <a:lnSpc>
                <a:spcPct val="140000"/>
              </a:lnSpc>
            </a:pP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“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一料一飞达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”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标识：每个飞达粘贴当前物料标签和站位标签，飞达放入料车时与料车位对应。</a:t>
            </a:r>
            <a:endParaRPr lang="zh-CN" altLang="en-US" sz="1200" kern="0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sym typeface="微软雅黑" panose="020B0503020204020204" charset="-122"/>
            </a:endParaRPr>
          </a:p>
          <a:p>
            <a:pPr indent="0" algn="just" fontAlgn="auto">
              <a:lnSpc>
                <a:spcPct val="140000"/>
              </a:lnSpc>
            </a:pP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替代料专项管理：接到正式替代料通知单后，在站位表和飞达上做醒目标识，并单独交接。</a:t>
            </a:r>
            <a:endParaRPr lang="zh-CN" altLang="en-US" sz="1200" kern="0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6"/>
            </p:custDataLst>
          </p:nvPr>
        </p:nvSpPr>
        <p:spPr>
          <a:xfrm>
            <a:off x="4541520" y="1292226"/>
            <a:ext cx="2657475" cy="43053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just"/>
            <a:r>
              <a:rPr lang="zh-CN" altLang="en-US" sz="2000" b="1"/>
              <a:t>常见错误类型</a:t>
            </a:r>
            <a:endParaRPr lang="zh-CN" altLang="en-US" sz="2000" b="1"/>
          </a:p>
        </p:txBody>
      </p:sp>
      <p:sp>
        <p:nvSpPr>
          <p:cNvPr id="13" name="文本框 12"/>
          <p:cNvSpPr txBox="1"/>
          <p:nvPr>
            <p:custDataLst>
              <p:tags r:id="rId17"/>
            </p:custDataLst>
          </p:nvPr>
        </p:nvSpPr>
        <p:spPr>
          <a:xfrm>
            <a:off x="4541520" y="1726565"/>
            <a:ext cx="3721100" cy="143700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indent="0" algn="just" fontAlgn="auto">
              <a:lnSpc>
                <a:spcPct val="140000"/>
              </a:lnSpc>
            </a:pP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FF0000"/>
                </a:solidFill>
                <a:latin typeface="微软雅黑" panose="020B0503020204020204" charset="-122"/>
                <a:sym typeface="微软雅黑" panose="020B0503020204020204" charset="-122"/>
              </a:rPr>
              <a:t>1. 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FF0000"/>
                </a:solidFill>
                <a:latin typeface="微软雅黑" panose="020B0503020204020204" charset="-122"/>
                <a:sym typeface="微软雅黑" panose="020B0503020204020204" charset="-122"/>
              </a:rPr>
              <a:t>站位表制作错误（料号、站位、极性等）</a:t>
            </a:r>
            <a:endParaRPr lang="zh-CN" altLang="en-US" sz="1200" kern="0" dirty="0">
              <a:ln>
                <a:noFill/>
                <a:prstDash val="sysDot"/>
              </a:ln>
              <a:solidFill>
                <a:srgbClr val="FF0000"/>
              </a:solidFill>
              <a:latin typeface="微软雅黑" panose="020B0503020204020204" charset="-122"/>
              <a:sym typeface="微软雅黑" panose="020B0503020204020204" charset="-122"/>
            </a:endParaRPr>
          </a:p>
          <a:p>
            <a:pPr indent="0" algn="just" fontAlgn="auto">
              <a:lnSpc>
                <a:spcPct val="140000"/>
              </a:lnSpc>
            </a:pP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FF0000"/>
                </a:solidFill>
                <a:latin typeface="微软雅黑" panose="020B0503020204020204" charset="-122"/>
                <a:sym typeface="微软雅黑" panose="020B0503020204020204" charset="-122"/>
              </a:rPr>
              <a:t>2. ECN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FF0000"/>
                </a:solidFill>
                <a:latin typeface="微软雅黑" panose="020B0503020204020204" charset="-122"/>
                <a:sym typeface="微软雅黑" panose="020B0503020204020204" charset="-122"/>
              </a:rPr>
              <a:t>变更未及时更新</a:t>
            </a:r>
            <a:endParaRPr lang="zh-CN" altLang="en-US" sz="1200" kern="0" dirty="0">
              <a:ln>
                <a:noFill/>
                <a:prstDash val="sysDot"/>
              </a:ln>
              <a:solidFill>
                <a:srgbClr val="FF0000"/>
              </a:solidFill>
              <a:latin typeface="微软雅黑" panose="020B0503020204020204" charset="-122"/>
              <a:sym typeface="微软雅黑" panose="020B0503020204020204" charset="-122"/>
            </a:endParaRPr>
          </a:p>
          <a:p>
            <a:pPr indent="0" algn="just" fontAlgn="auto">
              <a:lnSpc>
                <a:spcPct val="140000"/>
              </a:lnSpc>
            </a:pP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FF0000"/>
                </a:solidFill>
                <a:latin typeface="微软雅黑" panose="020B0503020204020204" charset="-122"/>
                <a:sym typeface="微软雅黑" panose="020B0503020204020204" charset="-122"/>
              </a:rPr>
              <a:t>3. 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FF0000"/>
                </a:solidFill>
                <a:latin typeface="微软雅黑" panose="020B0503020204020204" charset="-122"/>
                <a:sym typeface="微软雅黑" panose="020B0503020204020204" charset="-122"/>
              </a:rPr>
              <a:t>删除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FF0000"/>
                </a:solidFill>
                <a:latin typeface="微软雅黑" panose="020B0503020204020204" charset="-122"/>
                <a:sym typeface="微软雅黑" panose="020B0503020204020204" charset="-122"/>
              </a:rPr>
              <a:t>/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FF0000"/>
                </a:solidFill>
                <a:latin typeface="微软雅黑" panose="020B0503020204020204" charset="-122"/>
                <a:sym typeface="微软雅黑" panose="020B0503020204020204" charset="-122"/>
              </a:rPr>
              <a:t>添加修改错误）</a:t>
            </a:r>
            <a:endParaRPr lang="zh-CN" altLang="en-US" sz="1200" kern="0" dirty="0">
              <a:ln>
                <a:noFill/>
                <a:prstDash val="sysDot"/>
              </a:ln>
              <a:solidFill>
                <a:srgbClr val="FF0000"/>
              </a:solidFill>
              <a:latin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8"/>
            </p:custDataLst>
          </p:nvPr>
        </p:nvSpPr>
        <p:spPr>
          <a:xfrm>
            <a:off x="4545965" y="2486661"/>
            <a:ext cx="2657475" cy="43053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just"/>
            <a:r>
              <a:rPr lang="zh-CN" altLang="en-US" sz="2000" b="1"/>
              <a:t>关键控制点</a:t>
            </a:r>
            <a:endParaRPr lang="zh-CN" altLang="en-US" sz="2000" b="1"/>
          </a:p>
        </p:txBody>
      </p:sp>
      <p:sp>
        <p:nvSpPr>
          <p:cNvPr id="18" name="文本框 17"/>
          <p:cNvSpPr txBox="1"/>
          <p:nvPr>
            <p:custDataLst>
              <p:tags r:id="rId19"/>
            </p:custDataLst>
          </p:nvPr>
        </p:nvSpPr>
        <p:spPr>
          <a:xfrm>
            <a:off x="4559300" y="3002915"/>
            <a:ext cx="3469005" cy="31775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indent="0" algn="just" fontAlgn="auto">
              <a:lnSpc>
                <a:spcPct val="140000"/>
              </a:lnSpc>
            </a:pP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• “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三源一致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”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原则：站位表必须依据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PLM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最新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BOM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、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ECN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变更单、客户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Gerber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文件三方信息制作，并标注版本和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ECN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号。</a:t>
            </a:r>
            <a:endParaRPr lang="zh-CN" altLang="en-US" sz="1200" kern="0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sym typeface="微软雅黑" panose="020B0503020204020204" charset="-122"/>
            </a:endParaRPr>
          </a:p>
          <a:p>
            <a:pPr indent="0" algn="just" fontAlgn="auto">
              <a:lnSpc>
                <a:spcPct val="140000"/>
              </a:lnSpc>
            </a:pP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• “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变更标记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”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法：在站位表中对变更项（新增、删除、替换）用高亮色标注，并附加变更说明。</a:t>
            </a:r>
            <a:endParaRPr lang="zh-CN" altLang="en-US" sz="1200" kern="0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sym typeface="微软雅黑" panose="020B0503020204020204" charset="-122"/>
            </a:endParaRPr>
          </a:p>
          <a:p>
            <a:pPr indent="0" algn="just" fontAlgn="auto">
              <a:lnSpc>
                <a:spcPct val="140000"/>
              </a:lnSpc>
            </a:pP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• “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双人交叉校验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”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：工艺员制作站位表后，由另一工艺员或工程师依据原始资料交叉核对，并签字确认。</a:t>
            </a:r>
            <a:endParaRPr lang="zh-CN" altLang="en-US" sz="1200" kern="0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sym typeface="微软雅黑" panose="020B0503020204020204" charset="-122"/>
            </a:endParaRPr>
          </a:p>
          <a:p>
            <a:pPr indent="0" algn="just" fontAlgn="auto">
              <a:lnSpc>
                <a:spcPct val="140000"/>
              </a:lnSpc>
            </a:pP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• MES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集成：将校验通过的站位表导入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MES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，并通过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MES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下发至线边仓和贴片机，避免纸质文件传递错误。</a:t>
            </a:r>
            <a:endParaRPr lang="zh-CN" altLang="en-US" sz="1200" kern="0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20"/>
            </p:custDataLst>
          </p:nvPr>
        </p:nvSpPr>
        <p:spPr>
          <a:xfrm>
            <a:off x="8474075" y="1238251"/>
            <a:ext cx="2657475" cy="43053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just"/>
            <a:r>
              <a:rPr lang="zh-CN" altLang="en-US" sz="2000" b="1"/>
              <a:t>常见错误类型</a:t>
            </a:r>
            <a:endParaRPr lang="zh-CN" altLang="en-US" sz="2000" b="1"/>
          </a:p>
        </p:txBody>
      </p:sp>
      <p:sp>
        <p:nvSpPr>
          <p:cNvPr id="20" name="文本框 19"/>
          <p:cNvSpPr txBox="1"/>
          <p:nvPr>
            <p:custDataLst>
              <p:tags r:id="rId21"/>
            </p:custDataLst>
          </p:nvPr>
        </p:nvSpPr>
        <p:spPr>
          <a:xfrm>
            <a:off x="8474075" y="1672590"/>
            <a:ext cx="2925445" cy="88011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indent="0" algn="just" fontAlgn="auto">
              <a:lnSpc>
                <a:spcPct val="140000"/>
              </a:lnSpc>
            </a:pP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FF0000"/>
                </a:solidFill>
                <a:latin typeface="微软雅黑" panose="020B0503020204020204" charset="-122"/>
                <a:sym typeface="微软雅黑" panose="020B0503020204020204" charset="-122"/>
              </a:rPr>
              <a:t>1. 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FF0000"/>
                </a:solidFill>
                <a:latin typeface="微软雅黑" panose="020B0503020204020204" charset="-122"/>
                <a:sym typeface="微软雅黑" panose="020B0503020204020204" charset="-122"/>
              </a:rPr>
              <a:t>首件核对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FF0000"/>
                </a:solidFill>
                <a:latin typeface="微软雅黑" panose="020B0503020204020204" charset="-122"/>
                <a:sym typeface="微软雅黑" panose="020B0503020204020204" charset="-122"/>
              </a:rPr>
              <a:t>BOM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FF0000"/>
                </a:solidFill>
                <a:latin typeface="微软雅黑" panose="020B0503020204020204" charset="-122"/>
                <a:sym typeface="微软雅黑" panose="020B0503020204020204" charset="-122"/>
              </a:rPr>
              <a:t>，未发现站位表错误</a:t>
            </a:r>
            <a:endParaRPr lang="zh-CN" altLang="en-US" sz="1200" kern="0" dirty="0">
              <a:ln>
                <a:noFill/>
                <a:prstDash val="sysDot"/>
              </a:ln>
              <a:solidFill>
                <a:srgbClr val="FF0000"/>
              </a:solidFill>
              <a:latin typeface="微软雅黑" panose="020B0503020204020204" charset="-122"/>
              <a:sym typeface="微软雅黑" panose="020B0503020204020204" charset="-122"/>
            </a:endParaRPr>
          </a:p>
          <a:p>
            <a:pPr indent="0" algn="just" fontAlgn="auto">
              <a:lnSpc>
                <a:spcPct val="140000"/>
              </a:lnSpc>
            </a:pP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FF0000"/>
                </a:solidFill>
                <a:latin typeface="微软雅黑" panose="020B0503020204020204" charset="-122"/>
                <a:sym typeface="微软雅黑" panose="020B0503020204020204" charset="-122"/>
              </a:rPr>
              <a:t>2. 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FF0000"/>
                </a:solidFill>
                <a:latin typeface="微软雅黑" panose="020B0503020204020204" charset="-122"/>
                <a:sym typeface="微软雅黑" panose="020B0503020204020204" charset="-122"/>
              </a:rPr>
              <a:t>替代物料用错未检出</a:t>
            </a:r>
            <a:endParaRPr lang="zh-CN" altLang="en-US" sz="1200" kern="0" dirty="0">
              <a:ln>
                <a:noFill/>
                <a:prstDash val="sysDot"/>
              </a:ln>
              <a:solidFill>
                <a:srgbClr val="FF0000"/>
              </a:solidFill>
              <a:latin typeface="微软雅黑" panose="020B0503020204020204" charset="-122"/>
              <a:sym typeface="微软雅黑" panose="020B0503020204020204" charset="-122"/>
            </a:endParaRPr>
          </a:p>
          <a:p>
            <a:pPr indent="0" algn="just" fontAlgn="auto">
              <a:lnSpc>
                <a:spcPct val="140000"/>
              </a:lnSpc>
            </a:pP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FF0000"/>
                </a:solidFill>
                <a:latin typeface="微软雅黑" panose="020B0503020204020204" charset="-122"/>
                <a:sym typeface="微软雅黑" panose="020B0503020204020204" charset="-122"/>
              </a:rPr>
              <a:t>3. 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FF0000"/>
                </a:solidFill>
                <a:latin typeface="微软雅黑" panose="020B0503020204020204" charset="-122"/>
                <a:sym typeface="微软雅黑" panose="020B0503020204020204" charset="-122"/>
              </a:rPr>
              <a:t>物料标签与实物不符</a:t>
            </a:r>
            <a:endParaRPr lang="zh-CN" altLang="en-US" sz="1200" kern="0" dirty="0">
              <a:ln>
                <a:noFill/>
                <a:prstDash val="sysDot"/>
              </a:ln>
              <a:solidFill>
                <a:srgbClr val="FF0000"/>
              </a:solidFill>
              <a:latin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22"/>
            </p:custDataLst>
          </p:nvPr>
        </p:nvSpPr>
        <p:spPr>
          <a:xfrm>
            <a:off x="8482330" y="2430146"/>
            <a:ext cx="2657475" cy="43053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just"/>
            <a:r>
              <a:rPr lang="zh-CN" altLang="en-US" sz="2000" b="1"/>
              <a:t>关键控制点</a:t>
            </a:r>
            <a:endParaRPr lang="zh-CN" altLang="en-US" sz="2000" b="1"/>
          </a:p>
        </p:txBody>
      </p:sp>
      <p:sp>
        <p:nvSpPr>
          <p:cNvPr id="22" name="文本框 21"/>
          <p:cNvSpPr txBox="1"/>
          <p:nvPr>
            <p:custDataLst>
              <p:tags r:id="rId23"/>
            </p:custDataLst>
          </p:nvPr>
        </p:nvSpPr>
        <p:spPr>
          <a:xfrm>
            <a:off x="8468995" y="2860675"/>
            <a:ext cx="3604260" cy="31775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indent="0" algn="just" fontAlgn="auto">
              <a:lnSpc>
                <a:spcPct val="140000"/>
              </a:lnSpc>
            </a:pP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• “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三层比对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”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首件确认：</a:t>
            </a:r>
            <a:endParaRPr lang="zh-CN" altLang="en-US" sz="1200" kern="0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sym typeface="微软雅黑" panose="020B0503020204020204" charset="-122"/>
            </a:endParaRPr>
          </a:p>
          <a:p>
            <a:pPr indent="0" algn="just" fontAlgn="auto">
              <a:lnSpc>
                <a:spcPct val="140000"/>
              </a:lnSpc>
            </a:pPr>
            <a:r>
              <a:rPr lang="en-US" altLang="en-US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①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 PLM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最新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BOM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；</a:t>
            </a:r>
            <a:endParaRPr lang="zh-CN" altLang="en-US" sz="1200" kern="0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sym typeface="微软雅黑" panose="020B0503020204020204" charset="-122"/>
            </a:endParaRPr>
          </a:p>
          <a:p>
            <a:pPr indent="0" algn="just" fontAlgn="auto">
              <a:lnSpc>
                <a:spcPct val="140000"/>
              </a:lnSpc>
            </a:pPr>
            <a:r>
              <a:rPr lang="en-US" altLang="en-US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②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现场站位表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/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程序；</a:t>
            </a:r>
            <a:endParaRPr lang="zh-CN" altLang="en-US" sz="1200" kern="0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sym typeface="微软雅黑" panose="020B0503020204020204" charset="-122"/>
            </a:endParaRPr>
          </a:p>
          <a:p>
            <a:pPr indent="0" algn="just" fontAlgn="auto">
              <a:lnSpc>
                <a:spcPct val="140000"/>
              </a:lnSpc>
            </a:pPr>
            <a:r>
              <a:rPr lang="en-US" altLang="en-US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③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实贴板元器件（料号、极性、位置）。</a:t>
            </a:r>
            <a:endParaRPr lang="zh-CN" altLang="en-US" sz="1200" kern="0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sym typeface="微软雅黑" panose="020B0503020204020204" charset="-122"/>
            </a:endParaRPr>
          </a:p>
          <a:p>
            <a:pPr indent="0" algn="just" fontAlgn="auto">
              <a:lnSpc>
                <a:spcPct val="140000"/>
              </a:lnSpc>
            </a:pP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重点核对变更点和替代料。</a:t>
            </a:r>
            <a:endParaRPr lang="zh-CN" altLang="en-US" sz="1200" kern="0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sym typeface="微软雅黑" panose="020B0503020204020204" charset="-122"/>
            </a:endParaRPr>
          </a:p>
          <a:p>
            <a:pPr indent="0" algn="just" fontAlgn="auto">
              <a:lnSpc>
                <a:spcPct val="140000"/>
              </a:lnSpc>
            </a:pP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• “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变更点专项检查表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”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：针对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ECN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或替代料，制作专项检查表，逐项确认并签字。</a:t>
            </a:r>
            <a:endParaRPr lang="zh-CN" altLang="en-US" sz="1200" kern="0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sym typeface="微软雅黑" panose="020B0503020204020204" charset="-122"/>
            </a:endParaRPr>
          </a:p>
          <a:p>
            <a:pPr indent="0" algn="just" fontAlgn="auto">
              <a:lnSpc>
                <a:spcPct val="140000"/>
              </a:lnSpc>
            </a:pP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• 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过程巡检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“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三必查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”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：</a:t>
            </a:r>
            <a:endParaRPr lang="zh-CN" altLang="en-US" sz="1200" kern="0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sym typeface="微软雅黑" panose="020B0503020204020204" charset="-122"/>
            </a:endParaRPr>
          </a:p>
          <a:p>
            <a:pPr indent="0" algn="just" fontAlgn="auto">
              <a:lnSpc>
                <a:spcPct val="140000"/>
              </a:lnSpc>
            </a:pPr>
            <a:r>
              <a:rPr lang="en-US" altLang="en-US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①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必查换料记录与扫码执行；</a:t>
            </a:r>
            <a:endParaRPr lang="zh-CN" altLang="en-US" sz="1200" kern="0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sym typeface="微软雅黑" panose="020B0503020204020204" charset="-122"/>
            </a:endParaRPr>
          </a:p>
          <a:p>
            <a:pPr indent="0" algn="just" fontAlgn="auto">
              <a:lnSpc>
                <a:spcPct val="140000"/>
              </a:lnSpc>
            </a:pPr>
            <a:r>
              <a:rPr lang="en-US" altLang="en-US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②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必查飞达站位与站位表一致性；</a:t>
            </a:r>
            <a:endParaRPr lang="zh-CN" altLang="en-US" sz="1200" kern="0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sym typeface="微软雅黑" panose="020B0503020204020204" charset="-122"/>
            </a:endParaRPr>
          </a:p>
          <a:p>
            <a:pPr indent="0" algn="just" fontAlgn="auto">
              <a:lnSpc>
                <a:spcPct val="140000"/>
              </a:lnSpc>
            </a:pPr>
            <a:r>
              <a:rPr lang="en-US" altLang="en-US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③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必查关键物料（如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BGA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、芯片）的极性、方向。</a:t>
            </a:r>
            <a:endParaRPr lang="zh-CN" altLang="en-US" sz="1200" kern="0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32715" y="109855"/>
            <a:ext cx="74180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3</a:t>
            </a:r>
            <a:r>
              <a:rPr lang="zh-CN" altLang="en-US" sz="2800" b="1"/>
              <a:t>、</a:t>
            </a:r>
            <a:r>
              <a:rPr lang="en-US" altLang="zh-CN" sz="2800" b="1"/>
              <a:t>SMT</a:t>
            </a:r>
            <a:r>
              <a:rPr lang="zh-CN" altLang="en-US" sz="2800" b="1"/>
              <a:t>站点防错料</a:t>
            </a:r>
            <a:r>
              <a:rPr lang="en-US" altLang="zh-CN" sz="2800" b="1"/>
              <a:t>--</a:t>
            </a:r>
            <a:r>
              <a:rPr lang="zh-CN" altLang="en-US" sz="2800" b="1">
                <a:solidFill>
                  <a:srgbClr val="FF0000"/>
                </a:solidFill>
                <a:sym typeface="+mn-ea"/>
              </a:rPr>
              <a:t>途中接换料</a:t>
            </a:r>
            <a:r>
              <a:rPr lang="zh-CN" altLang="en-US" sz="2800" b="1">
                <a:solidFill>
                  <a:srgbClr val="FF0000"/>
                </a:solidFill>
                <a:sym typeface="+mn-ea"/>
              </a:rPr>
              <a:t>失败</a:t>
            </a:r>
            <a:r>
              <a:rPr lang="zh-CN" altLang="en-US" sz="2800" b="1">
                <a:solidFill>
                  <a:srgbClr val="FF0000"/>
                </a:solidFill>
                <a:sym typeface="+mn-ea"/>
              </a:rPr>
              <a:t>案例</a:t>
            </a:r>
            <a:endParaRPr lang="zh-CN" altLang="en-US" sz="2800" b="1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5" name="圆角矩形 24"/>
          <p:cNvSpPr/>
          <p:nvPr/>
        </p:nvSpPr>
        <p:spPr>
          <a:xfrm>
            <a:off x="8792210" y="852170"/>
            <a:ext cx="3305175" cy="540067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32715" y="109855"/>
            <a:ext cx="74180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3</a:t>
            </a:r>
            <a:r>
              <a:rPr lang="zh-CN" altLang="en-US" sz="2800" b="1"/>
              <a:t>、</a:t>
            </a:r>
            <a:r>
              <a:rPr lang="en-US" altLang="zh-CN" sz="2800" b="1"/>
              <a:t>SMT</a:t>
            </a:r>
            <a:r>
              <a:rPr lang="zh-CN" altLang="en-US" sz="2800" b="1"/>
              <a:t>站点防错料</a:t>
            </a:r>
            <a:r>
              <a:rPr lang="en-US" altLang="zh-CN" sz="2800" b="1"/>
              <a:t>--</a:t>
            </a:r>
            <a:r>
              <a:rPr lang="zh-CN" altLang="en-US" sz="2800" b="1">
                <a:solidFill>
                  <a:srgbClr val="060BF8"/>
                </a:solidFill>
                <a:sym typeface="+mn-ea"/>
              </a:rPr>
              <a:t>途中接换料分析</a:t>
            </a:r>
            <a:r>
              <a:rPr lang="zh-CN" altLang="en-US" sz="2800" b="1">
                <a:solidFill>
                  <a:srgbClr val="060BF8"/>
                </a:solidFill>
                <a:sym typeface="+mn-ea"/>
              </a:rPr>
              <a:t>与改善</a:t>
            </a:r>
            <a:endParaRPr lang="zh-CN" altLang="en-US" sz="2800" b="1">
              <a:solidFill>
                <a:srgbClr val="060BF8"/>
              </a:solidFill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5" y="565150"/>
            <a:ext cx="8715375" cy="5707380"/>
          </a:xfrm>
          <a:prstGeom prst="rect">
            <a:avLst/>
          </a:prstGeom>
        </p:spPr>
      </p:pic>
      <p:sp>
        <p:nvSpPr>
          <p:cNvPr id="83" name="圆角矩形 82"/>
          <p:cNvSpPr/>
          <p:nvPr>
            <p:custDataLst>
              <p:tags r:id="rId3"/>
            </p:custDataLst>
          </p:nvPr>
        </p:nvSpPr>
        <p:spPr>
          <a:xfrm>
            <a:off x="10680483" y="1149513"/>
            <a:ext cx="1132092" cy="334161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技能不足</a:t>
            </a:r>
            <a:endParaRPr lang="zh-CN" altLang="en-US" sz="1200" b="1" dirty="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2" name="矩形 11"/>
          <p:cNvSpPr/>
          <p:nvPr>
            <p:custDataLst>
              <p:tags r:id="rId4"/>
            </p:custDataLst>
          </p:nvPr>
        </p:nvSpPr>
        <p:spPr bwMode="auto">
          <a:xfrm>
            <a:off x="8976360" y="1330325"/>
            <a:ext cx="1500505" cy="461010"/>
          </a:xfrm>
          <a:prstGeom prst="rect">
            <a:avLst/>
          </a:prstGeom>
          <a:gradFill>
            <a:gsLst>
              <a:gs pos="50000">
                <a:schemeClr val="accent5"/>
              </a:gs>
              <a:gs pos="0">
                <a:schemeClr val="accent5">
                  <a:lumMod val="25000"/>
                  <a:lumOff val="75000"/>
                </a:schemeClr>
              </a:gs>
              <a:gs pos="100000">
                <a:schemeClr val="accent5">
                  <a:lumMod val="85000"/>
                </a:schemeClr>
              </a:gs>
            </a:gsLst>
            <a:lin ang="5400000" scaled="1"/>
          </a:gra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72000" tIns="36000" rIns="72000" bIns="36000" anchor="ctr">
            <a:no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物料员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&amp;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操机员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圆角矩形 10"/>
          <p:cNvSpPr/>
          <p:nvPr>
            <p:custDataLst>
              <p:tags r:id="rId5"/>
            </p:custDataLst>
          </p:nvPr>
        </p:nvSpPr>
        <p:spPr>
          <a:xfrm>
            <a:off x="10680483" y="1610523"/>
            <a:ext cx="1132092" cy="334161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违规</a:t>
            </a: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作业</a:t>
            </a:r>
            <a:endParaRPr lang="zh-CN" altLang="en-US" sz="1200" b="1" dirty="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3" name="圆角矩形 12"/>
          <p:cNvSpPr/>
          <p:nvPr>
            <p:custDataLst>
              <p:tags r:id="rId6"/>
            </p:custDataLst>
          </p:nvPr>
        </p:nvSpPr>
        <p:spPr>
          <a:xfrm>
            <a:off x="10680483" y="2086138"/>
            <a:ext cx="1132092" cy="334161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设备失效</a:t>
            </a:r>
            <a:endParaRPr lang="zh-CN" altLang="en-US" sz="1200" b="1" dirty="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4" name="矩形 13"/>
          <p:cNvSpPr/>
          <p:nvPr>
            <p:custDataLst>
              <p:tags r:id="rId7"/>
            </p:custDataLst>
          </p:nvPr>
        </p:nvSpPr>
        <p:spPr bwMode="auto">
          <a:xfrm>
            <a:off x="8976360" y="2266950"/>
            <a:ext cx="1576705" cy="461010"/>
          </a:xfrm>
          <a:prstGeom prst="rect">
            <a:avLst/>
          </a:prstGeom>
          <a:gradFill>
            <a:gsLst>
              <a:gs pos="50000">
                <a:schemeClr val="accent5"/>
              </a:gs>
              <a:gs pos="0">
                <a:schemeClr val="accent5">
                  <a:lumMod val="25000"/>
                  <a:lumOff val="75000"/>
                </a:schemeClr>
              </a:gs>
              <a:gs pos="100000">
                <a:schemeClr val="accent5">
                  <a:lumMod val="85000"/>
                </a:schemeClr>
              </a:gs>
            </a:gsLst>
            <a:lin ang="5400000" scaled="1"/>
          </a:gra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72000" tIns="36000" rIns="72000" bIns="36000" anchor="ctr">
            <a:no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扫码枪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&amp;MES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系统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" name="圆角矩形 14"/>
          <p:cNvSpPr/>
          <p:nvPr>
            <p:custDataLst>
              <p:tags r:id="rId8"/>
            </p:custDataLst>
          </p:nvPr>
        </p:nvSpPr>
        <p:spPr>
          <a:xfrm>
            <a:off x="10680483" y="2547148"/>
            <a:ext cx="1132092" cy="334161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维护</a:t>
            </a: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漏失</a:t>
            </a:r>
            <a:endParaRPr lang="zh-CN" altLang="en-US" sz="1200" b="1" dirty="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6" name="圆角矩形 15"/>
          <p:cNvSpPr/>
          <p:nvPr>
            <p:custDataLst>
              <p:tags r:id="rId9"/>
            </p:custDataLst>
          </p:nvPr>
        </p:nvSpPr>
        <p:spPr>
          <a:xfrm>
            <a:off x="10680483" y="3007523"/>
            <a:ext cx="1132092" cy="334161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实物</a:t>
            </a: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不符</a:t>
            </a:r>
            <a:endParaRPr lang="zh-CN" altLang="en-US" sz="1200" b="1" dirty="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7" name="矩形 16"/>
          <p:cNvSpPr/>
          <p:nvPr>
            <p:custDataLst>
              <p:tags r:id="rId10"/>
            </p:custDataLst>
          </p:nvPr>
        </p:nvSpPr>
        <p:spPr bwMode="auto">
          <a:xfrm>
            <a:off x="8976360" y="3188335"/>
            <a:ext cx="1576705" cy="461010"/>
          </a:xfrm>
          <a:prstGeom prst="rect">
            <a:avLst/>
          </a:prstGeom>
          <a:gradFill>
            <a:gsLst>
              <a:gs pos="50000">
                <a:schemeClr val="accent5"/>
              </a:gs>
              <a:gs pos="0">
                <a:schemeClr val="accent5">
                  <a:lumMod val="25000"/>
                  <a:lumOff val="75000"/>
                </a:schemeClr>
              </a:gs>
              <a:gs pos="100000">
                <a:schemeClr val="accent5">
                  <a:lumMod val="85000"/>
                </a:schemeClr>
              </a:gs>
            </a:gsLst>
            <a:lin ang="5400000" scaled="1"/>
          </a:gra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72000" tIns="36000" rIns="72000" bIns="36000" anchor="ctr">
            <a:no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贴片料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&amp;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标签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信息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8" name="圆角矩形 17"/>
          <p:cNvSpPr/>
          <p:nvPr>
            <p:custDataLst>
              <p:tags r:id="rId11"/>
            </p:custDataLst>
          </p:nvPr>
        </p:nvSpPr>
        <p:spPr>
          <a:xfrm>
            <a:off x="10680483" y="3468533"/>
            <a:ext cx="1132092" cy="334161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标签</a:t>
            </a: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错误</a:t>
            </a:r>
            <a:endParaRPr lang="zh-CN" altLang="en-US" sz="1200" b="1" dirty="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9" name="圆角矩形 18"/>
          <p:cNvSpPr/>
          <p:nvPr>
            <p:custDataLst>
              <p:tags r:id="rId12"/>
            </p:custDataLst>
          </p:nvPr>
        </p:nvSpPr>
        <p:spPr>
          <a:xfrm>
            <a:off x="10680483" y="3928908"/>
            <a:ext cx="1132092" cy="334161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尾料处理无规</a:t>
            </a:r>
            <a:endParaRPr lang="zh-CN" altLang="en-US" sz="1200" b="1" dirty="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0" name="矩形 19"/>
          <p:cNvSpPr/>
          <p:nvPr>
            <p:custDataLst>
              <p:tags r:id="rId13"/>
            </p:custDataLst>
          </p:nvPr>
        </p:nvSpPr>
        <p:spPr bwMode="auto">
          <a:xfrm>
            <a:off x="8976360" y="4109720"/>
            <a:ext cx="1576705" cy="461010"/>
          </a:xfrm>
          <a:prstGeom prst="rect">
            <a:avLst/>
          </a:prstGeom>
          <a:gradFill>
            <a:gsLst>
              <a:gs pos="50000">
                <a:schemeClr val="accent5"/>
              </a:gs>
              <a:gs pos="0">
                <a:schemeClr val="accent5">
                  <a:lumMod val="25000"/>
                  <a:lumOff val="75000"/>
                </a:schemeClr>
              </a:gs>
              <a:gs pos="100000">
                <a:schemeClr val="accent5">
                  <a:lumMod val="85000"/>
                </a:schemeClr>
              </a:gs>
            </a:gsLst>
            <a:lin ang="5400000" scaled="1"/>
          </a:gra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72000" tIns="36000" rIns="72000" bIns="36000" anchor="ctr">
            <a:no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尾数料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&amp;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流程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规范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1" name="圆角矩形 20"/>
          <p:cNvSpPr/>
          <p:nvPr>
            <p:custDataLst>
              <p:tags r:id="rId14"/>
            </p:custDataLst>
          </p:nvPr>
        </p:nvSpPr>
        <p:spPr>
          <a:xfrm>
            <a:off x="10680483" y="4389918"/>
            <a:ext cx="1132092" cy="334161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考核激励偏颇</a:t>
            </a:r>
            <a:endParaRPr lang="zh-CN" altLang="en-US" sz="1200" b="1" dirty="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2" name="圆角矩形 21"/>
          <p:cNvSpPr/>
          <p:nvPr>
            <p:custDataLst>
              <p:tags r:id="rId15"/>
            </p:custDataLst>
          </p:nvPr>
        </p:nvSpPr>
        <p:spPr>
          <a:xfrm>
            <a:off x="10680483" y="4932208"/>
            <a:ext cx="1132092" cy="334161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相似</a:t>
            </a: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料号物料</a:t>
            </a:r>
            <a:endParaRPr lang="zh-CN" altLang="en-US" sz="1200" b="1" dirty="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3" name="矩形 22"/>
          <p:cNvSpPr/>
          <p:nvPr>
            <p:custDataLst>
              <p:tags r:id="rId16"/>
            </p:custDataLst>
          </p:nvPr>
        </p:nvSpPr>
        <p:spPr bwMode="auto">
          <a:xfrm>
            <a:off x="8976360" y="5113020"/>
            <a:ext cx="1576705" cy="461010"/>
          </a:xfrm>
          <a:prstGeom prst="rect">
            <a:avLst/>
          </a:prstGeom>
          <a:gradFill>
            <a:gsLst>
              <a:gs pos="50000">
                <a:schemeClr val="accent5"/>
              </a:gs>
              <a:gs pos="0">
                <a:schemeClr val="accent5">
                  <a:lumMod val="25000"/>
                  <a:lumOff val="75000"/>
                </a:schemeClr>
              </a:gs>
              <a:gs pos="100000">
                <a:schemeClr val="accent5">
                  <a:lumMod val="85000"/>
                </a:schemeClr>
              </a:gs>
            </a:gsLst>
            <a:lin ang="5400000" scaled="1"/>
          </a:gra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72000" tIns="36000" rIns="72000" bIns="36000" anchor="ctr">
            <a:no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防错布局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&amp;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智能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设备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4" name="圆角矩形 23"/>
          <p:cNvSpPr/>
          <p:nvPr>
            <p:custDataLst>
              <p:tags r:id="rId17"/>
            </p:custDataLst>
          </p:nvPr>
        </p:nvSpPr>
        <p:spPr>
          <a:xfrm>
            <a:off x="10680483" y="5393218"/>
            <a:ext cx="1132092" cy="334161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接料量测</a:t>
            </a: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防呆</a:t>
            </a:r>
            <a:endParaRPr lang="zh-CN" altLang="en-US" sz="1200" b="1" dirty="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6" name="爆炸形 2 25"/>
          <p:cNvSpPr/>
          <p:nvPr/>
        </p:nvSpPr>
        <p:spPr>
          <a:xfrm>
            <a:off x="7550785" y="0"/>
            <a:ext cx="2117090" cy="1123315"/>
          </a:xfrm>
          <a:prstGeom prst="irregularSeal2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需改善</a:t>
            </a:r>
            <a:endParaRPr lang="zh-CN" altLang="en-US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32715" y="109855"/>
            <a:ext cx="74180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3</a:t>
            </a:r>
            <a:r>
              <a:rPr lang="zh-CN" altLang="en-US" sz="2800" b="1"/>
              <a:t>、</a:t>
            </a:r>
            <a:r>
              <a:rPr lang="en-US" altLang="zh-CN" sz="2800" b="1"/>
              <a:t>SMT</a:t>
            </a:r>
            <a:r>
              <a:rPr lang="zh-CN" altLang="en-US" sz="2800" b="1"/>
              <a:t>站点防错料</a:t>
            </a:r>
            <a:r>
              <a:rPr lang="en-US" altLang="zh-CN" sz="2800" b="1"/>
              <a:t>--</a:t>
            </a:r>
            <a:r>
              <a:rPr lang="zh-CN" altLang="en-US" sz="2800" b="1">
                <a:solidFill>
                  <a:srgbClr val="060BF8"/>
                </a:solidFill>
                <a:sym typeface="+mn-ea"/>
              </a:rPr>
              <a:t>途中接换料</a:t>
            </a:r>
            <a:r>
              <a:rPr lang="en-US" altLang="zh-CN" sz="2800" b="1">
                <a:solidFill>
                  <a:srgbClr val="060BF8"/>
                </a:solidFill>
                <a:sym typeface="+mn-ea"/>
              </a:rPr>
              <a:t>--</a:t>
            </a:r>
            <a:r>
              <a:rPr lang="zh-CN" altLang="en-US" sz="2800" b="1">
                <a:solidFill>
                  <a:srgbClr val="060BF8"/>
                </a:solidFill>
                <a:sym typeface="+mn-ea"/>
              </a:rPr>
              <a:t>规范流程</a:t>
            </a:r>
            <a:endParaRPr lang="zh-CN" altLang="en-US" sz="2800" b="1">
              <a:solidFill>
                <a:srgbClr val="060BF8"/>
              </a:solidFill>
              <a:sym typeface="+mn-ea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 bwMode="auto">
          <a:xfrm>
            <a:off x="195580" y="1829435"/>
            <a:ext cx="1062355" cy="813435"/>
          </a:xfrm>
          <a:prstGeom prst="rect">
            <a:avLst/>
          </a:prstGeom>
          <a:gradFill>
            <a:gsLst>
              <a:gs pos="50000">
                <a:schemeClr val="accent5"/>
              </a:gs>
              <a:gs pos="0">
                <a:schemeClr val="accent5">
                  <a:lumMod val="25000"/>
                  <a:lumOff val="75000"/>
                </a:schemeClr>
              </a:gs>
              <a:gs pos="100000">
                <a:schemeClr val="accent5">
                  <a:lumMod val="85000"/>
                </a:schemeClr>
              </a:gs>
            </a:gsLst>
            <a:lin ang="5400000" scaled="1"/>
          </a:gra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72000" tIns="36000" rIns="72000" bIns="36000" anchor="ctr">
            <a:no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操机员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作业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0" name="矩形 39"/>
          <p:cNvSpPr/>
          <p:nvPr>
            <p:custDataLst>
              <p:tags r:id="rId3"/>
            </p:custDataLst>
          </p:nvPr>
        </p:nvSpPr>
        <p:spPr>
          <a:xfrm>
            <a:off x="8577117" y="872490"/>
            <a:ext cx="1073760" cy="30911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376FFF"/>
                </a:solidFill>
                <a:latin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换料</a:t>
            </a:r>
            <a:r>
              <a:rPr lang="zh-CN" altLang="en-US" b="1" dirty="0">
                <a:solidFill>
                  <a:srgbClr val="376FFF"/>
                </a:solidFill>
                <a:latin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登记</a:t>
            </a:r>
            <a:endParaRPr lang="zh-CN" altLang="en-US" b="1" dirty="0">
              <a:solidFill>
                <a:srgbClr val="376FFF"/>
              </a:solidFill>
              <a:latin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燕尾形箭头 3"/>
          <p:cNvSpPr/>
          <p:nvPr>
            <p:custDataLst>
              <p:tags r:id="rId4"/>
            </p:custDataLst>
          </p:nvPr>
        </p:nvSpPr>
        <p:spPr>
          <a:xfrm>
            <a:off x="1746042" y="1938116"/>
            <a:ext cx="1183362" cy="698715"/>
          </a:xfrm>
          <a:prstGeom prst="notchedRightArrow">
            <a:avLst/>
          </a:prstGeom>
          <a:gradFill>
            <a:gsLst>
              <a:gs pos="16000">
                <a:srgbClr val="376FFF">
                  <a:lumMod val="60000"/>
                  <a:lumOff val="40000"/>
                </a:srgbClr>
              </a:gs>
              <a:gs pos="100000">
                <a:srgbClr val="376FFF">
                  <a:alpha val="100000"/>
                </a:srgbClr>
              </a:gs>
            </a:gsLst>
            <a:lin ang="2700000" scaled="0"/>
          </a:gradFill>
          <a:ln>
            <a:noFill/>
          </a:ln>
          <a:effectLst>
            <a:outerShdw blurRad="63500" dist="63500" dir="2700000" algn="tl" rotWithShape="0">
              <a:srgbClr val="376FFF">
                <a:alpha val="20000"/>
              </a:srgbClr>
            </a:outerShdw>
          </a:effectLst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none" lIns="144145" tIns="71755" rIns="144145" bIns="36195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</a:t>
            </a:r>
            <a:endParaRPr lang="en-US" altLang="zh-CN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燕尾形箭头 4"/>
          <p:cNvSpPr/>
          <p:nvPr>
            <p:custDataLst>
              <p:tags r:id="rId5"/>
            </p:custDataLst>
          </p:nvPr>
        </p:nvSpPr>
        <p:spPr>
          <a:xfrm>
            <a:off x="3344716" y="1938116"/>
            <a:ext cx="1183362" cy="698715"/>
          </a:xfrm>
          <a:prstGeom prst="notchedRightArrow">
            <a:avLst/>
          </a:prstGeom>
          <a:gradFill>
            <a:gsLst>
              <a:gs pos="16000">
                <a:srgbClr val="17D594">
                  <a:lumMod val="60000"/>
                  <a:lumOff val="40000"/>
                </a:srgbClr>
              </a:gs>
              <a:gs pos="100000">
                <a:srgbClr val="17D594"/>
              </a:gs>
            </a:gsLst>
            <a:lin ang="2700000" scaled="0"/>
          </a:gradFill>
          <a:ln>
            <a:noFill/>
          </a:ln>
          <a:effectLst>
            <a:outerShdw blurRad="63500" dist="63500" dir="2700000" algn="tl" rotWithShape="0">
              <a:srgbClr val="17D594">
                <a:alpha val="20000"/>
              </a:srgbClr>
            </a:outerShdw>
          </a:effectLst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none" lIns="144145" tIns="71755" rIns="144145" bIns="36195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</a:t>
            </a:r>
            <a:endParaRPr lang="en-US" altLang="zh-CN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3" name="燕尾形箭头 72"/>
          <p:cNvSpPr/>
          <p:nvPr>
            <p:custDataLst>
              <p:tags r:id="rId6"/>
            </p:custDataLst>
          </p:nvPr>
        </p:nvSpPr>
        <p:spPr>
          <a:xfrm>
            <a:off x="4963310" y="1938116"/>
            <a:ext cx="1183362" cy="698715"/>
          </a:xfrm>
          <a:prstGeom prst="notchedRightArrow">
            <a:avLst/>
          </a:prstGeom>
          <a:gradFill>
            <a:gsLst>
              <a:gs pos="16000">
                <a:srgbClr val="376FFF">
                  <a:lumMod val="60000"/>
                  <a:lumOff val="40000"/>
                </a:srgbClr>
              </a:gs>
              <a:gs pos="100000">
                <a:srgbClr val="376FFF">
                  <a:alpha val="100000"/>
                </a:srgbClr>
              </a:gs>
            </a:gsLst>
            <a:lin ang="2700000" scaled="0"/>
          </a:gradFill>
          <a:ln>
            <a:noFill/>
          </a:ln>
          <a:effectLst>
            <a:outerShdw blurRad="63500" dist="63500" dir="2700000" algn="tl" rotWithShape="0">
              <a:srgbClr val="376FFF">
                <a:alpha val="20000"/>
              </a:srgbClr>
            </a:outerShdw>
          </a:effectLst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none" lIns="144145" tIns="71755" rIns="144145" bIns="36195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</a:t>
            </a:r>
            <a:endParaRPr lang="en-US" altLang="zh-CN" sz="1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7" name="燕尾形箭头 76"/>
          <p:cNvSpPr/>
          <p:nvPr>
            <p:custDataLst>
              <p:tags r:id="rId7"/>
            </p:custDataLst>
          </p:nvPr>
        </p:nvSpPr>
        <p:spPr>
          <a:xfrm>
            <a:off x="6694471" y="1938116"/>
            <a:ext cx="1183362" cy="698715"/>
          </a:xfrm>
          <a:prstGeom prst="notchedRightArrow">
            <a:avLst/>
          </a:prstGeom>
          <a:gradFill>
            <a:gsLst>
              <a:gs pos="16000">
                <a:srgbClr val="17D594">
                  <a:lumMod val="60000"/>
                  <a:lumOff val="40000"/>
                </a:srgbClr>
              </a:gs>
              <a:gs pos="100000">
                <a:srgbClr val="17D594"/>
              </a:gs>
            </a:gsLst>
            <a:lin ang="2700000" scaled="0"/>
          </a:gradFill>
          <a:ln>
            <a:noFill/>
          </a:ln>
          <a:effectLst>
            <a:outerShdw blurRad="63500" dist="63500" dir="2700000" algn="tl" rotWithShape="0">
              <a:srgbClr val="17D594">
                <a:alpha val="20000"/>
              </a:srgbClr>
            </a:outerShdw>
          </a:effectLst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none" lIns="144145" tIns="71755" rIns="144145" bIns="36195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04</a:t>
            </a:r>
            <a:endParaRPr lang="en-US" altLang="zh-CN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0" name="燕尾形箭头 89"/>
          <p:cNvSpPr/>
          <p:nvPr>
            <p:custDataLst>
              <p:tags r:id="rId8"/>
            </p:custDataLst>
          </p:nvPr>
        </p:nvSpPr>
        <p:spPr>
          <a:xfrm>
            <a:off x="8408004" y="1938116"/>
            <a:ext cx="1183362" cy="698715"/>
          </a:xfrm>
          <a:prstGeom prst="notchedRightArrow">
            <a:avLst/>
          </a:prstGeom>
          <a:gradFill>
            <a:gsLst>
              <a:gs pos="16000">
                <a:srgbClr val="376FFF">
                  <a:lumMod val="60000"/>
                  <a:lumOff val="40000"/>
                </a:srgbClr>
              </a:gs>
              <a:gs pos="100000">
                <a:srgbClr val="376FFF">
                  <a:alpha val="100000"/>
                </a:srgbClr>
              </a:gs>
            </a:gsLst>
            <a:lin ang="2700000" scaled="0"/>
          </a:gradFill>
          <a:ln>
            <a:noFill/>
          </a:ln>
          <a:effectLst>
            <a:outerShdw blurRad="63500" dist="63500" dir="2700000" algn="tl" rotWithShape="0">
              <a:srgbClr val="376FFF">
                <a:alpha val="20000"/>
              </a:srgbClr>
            </a:outerShdw>
          </a:effectLst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none" lIns="144145" tIns="71755" rIns="144145" bIns="36195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05</a:t>
            </a:r>
            <a:endParaRPr lang="en-US" altLang="zh-CN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4" name="燕尾形箭头 93"/>
          <p:cNvSpPr/>
          <p:nvPr>
            <p:custDataLst>
              <p:tags r:id="rId9"/>
            </p:custDataLst>
          </p:nvPr>
        </p:nvSpPr>
        <p:spPr>
          <a:xfrm>
            <a:off x="10130099" y="1938116"/>
            <a:ext cx="1183362" cy="698715"/>
          </a:xfrm>
          <a:prstGeom prst="notchedRightArrow">
            <a:avLst/>
          </a:prstGeom>
          <a:gradFill>
            <a:gsLst>
              <a:gs pos="16000">
                <a:srgbClr val="17D594">
                  <a:lumMod val="60000"/>
                  <a:lumOff val="40000"/>
                </a:srgbClr>
              </a:gs>
              <a:gs pos="100000">
                <a:srgbClr val="17D594"/>
              </a:gs>
            </a:gsLst>
            <a:lin ang="2700000" scaled="0"/>
          </a:gradFill>
          <a:ln>
            <a:noFill/>
          </a:ln>
          <a:effectLst>
            <a:outerShdw blurRad="63500" dist="63500" dir="2700000" algn="tl" rotWithShape="0">
              <a:srgbClr val="17D594">
                <a:alpha val="20000"/>
              </a:srgbClr>
            </a:outerShdw>
          </a:effectLst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none" lIns="144145" tIns="71755" rIns="144145" bIns="36195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06</a:t>
            </a:r>
            <a:endParaRPr lang="en-US" altLang="zh-CN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矩形 5"/>
          <p:cNvSpPr/>
          <p:nvPr>
            <p:custDataLst>
              <p:tags r:id="rId10"/>
            </p:custDataLst>
          </p:nvPr>
        </p:nvSpPr>
        <p:spPr>
          <a:xfrm>
            <a:off x="1908304" y="877628"/>
            <a:ext cx="1073760" cy="30911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376FFF"/>
                </a:solidFill>
                <a:latin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拿</a:t>
            </a:r>
            <a:r>
              <a:rPr lang="zh-CN" altLang="en-US" b="1" dirty="0">
                <a:solidFill>
                  <a:srgbClr val="376FFF"/>
                </a:solidFill>
                <a:latin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取物料</a:t>
            </a:r>
            <a:endParaRPr lang="zh-CN" altLang="en-US" b="1" dirty="0">
              <a:solidFill>
                <a:srgbClr val="376FFF"/>
              </a:solidFill>
              <a:latin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矩形 6"/>
          <p:cNvSpPr/>
          <p:nvPr>
            <p:custDataLst>
              <p:tags r:id="rId11"/>
            </p:custDataLst>
          </p:nvPr>
        </p:nvSpPr>
        <p:spPr>
          <a:xfrm>
            <a:off x="1908304" y="1236404"/>
            <a:ext cx="1073760" cy="62678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物料依订单使用，禁止物料挪用，混用</a:t>
            </a:r>
            <a:endParaRPr lang="zh-CN" altLang="en-US" sz="900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依据生产机型，站位表，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BOM,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变更单与料盘物料核对</a:t>
            </a:r>
            <a:endParaRPr lang="zh-CN" altLang="en-US" sz="900" dirty="0"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8" name="直接连接符 7"/>
          <p:cNvCxnSpPr/>
          <p:nvPr>
            <p:custDataLst>
              <p:tags r:id="rId12"/>
            </p:custDataLst>
          </p:nvPr>
        </p:nvCxnSpPr>
        <p:spPr>
          <a:xfrm>
            <a:off x="1745614" y="909738"/>
            <a:ext cx="0" cy="1209907"/>
          </a:xfrm>
          <a:prstGeom prst="line">
            <a:avLst/>
          </a:prstGeom>
          <a:ln w="3175">
            <a:solidFill>
              <a:srgbClr val="376FFF">
                <a:alpha val="44000"/>
              </a:srgbClr>
            </a:solidFill>
            <a:headEnd type="oval" w="sm" len="sm"/>
            <a:tailEnd type="none" w="sm" len="sm"/>
          </a:ln>
        </p:spPr>
        <p:style>
          <a:lnRef idx="2">
            <a:srgbClr val="376FFF"/>
          </a:lnRef>
          <a:fillRef idx="0">
            <a:srgbClr val="FFFFFF"/>
          </a:fillRef>
          <a:effectRef idx="0">
            <a:srgbClr val="FFFFFF"/>
          </a:effectRef>
          <a:fontRef idx="minor">
            <a:srgbClr val="000000"/>
          </a:fontRef>
        </p:style>
      </p:cxnSp>
      <p:cxnSp>
        <p:nvCxnSpPr>
          <p:cNvPr id="10" name="直接连接符 9"/>
          <p:cNvCxnSpPr/>
          <p:nvPr>
            <p:custDataLst>
              <p:tags r:id="rId13"/>
            </p:custDataLst>
          </p:nvPr>
        </p:nvCxnSpPr>
        <p:spPr>
          <a:xfrm>
            <a:off x="3351995" y="2458727"/>
            <a:ext cx="0" cy="1305381"/>
          </a:xfrm>
          <a:prstGeom prst="line">
            <a:avLst/>
          </a:prstGeom>
          <a:ln w="3175">
            <a:solidFill>
              <a:srgbClr val="17D594">
                <a:alpha val="44000"/>
              </a:srgbClr>
            </a:solidFill>
            <a:headEnd type="none" w="sm" len="sm"/>
            <a:tailEnd type="oval" w="sm" len="sm"/>
          </a:ln>
        </p:spPr>
        <p:style>
          <a:lnRef idx="2">
            <a:srgbClr val="376FFF"/>
          </a:lnRef>
          <a:fillRef idx="0">
            <a:srgbClr val="FFFFFF"/>
          </a:fillRef>
          <a:effectRef idx="0">
            <a:srgbClr val="FFFFFF"/>
          </a:effectRef>
          <a:fontRef idx="minor">
            <a:srgbClr val="000000"/>
          </a:fontRef>
        </p:style>
      </p:cxnSp>
      <p:cxnSp>
        <p:nvCxnSpPr>
          <p:cNvPr id="27" name="直接连接符 26"/>
          <p:cNvCxnSpPr/>
          <p:nvPr>
            <p:custDataLst>
              <p:tags r:id="rId14"/>
            </p:custDataLst>
          </p:nvPr>
        </p:nvCxnSpPr>
        <p:spPr>
          <a:xfrm>
            <a:off x="4965879" y="909738"/>
            <a:ext cx="0" cy="1209050"/>
          </a:xfrm>
          <a:prstGeom prst="line">
            <a:avLst/>
          </a:prstGeom>
          <a:ln w="3175">
            <a:solidFill>
              <a:srgbClr val="376FFF">
                <a:alpha val="44000"/>
              </a:srgbClr>
            </a:solidFill>
            <a:headEnd type="oval" w="sm" len="sm"/>
            <a:tailEnd type="none" w="sm" len="sm"/>
          </a:ln>
        </p:spPr>
        <p:style>
          <a:lnRef idx="2">
            <a:srgbClr val="376FFF"/>
          </a:lnRef>
          <a:fillRef idx="0">
            <a:srgbClr val="FFFFFF"/>
          </a:fillRef>
          <a:effectRef idx="0">
            <a:srgbClr val="FFFFFF"/>
          </a:effectRef>
          <a:fontRef idx="minor">
            <a:srgbClr val="000000"/>
          </a:fontRef>
        </p:style>
      </p:cxnSp>
      <p:sp>
        <p:nvSpPr>
          <p:cNvPr id="28" name="矩形 27"/>
          <p:cNvSpPr/>
          <p:nvPr>
            <p:custDataLst>
              <p:tags r:id="rId15"/>
            </p:custDataLst>
          </p:nvPr>
        </p:nvSpPr>
        <p:spPr>
          <a:xfrm>
            <a:off x="6863156" y="2799521"/>
            <a:ext cx="1073760" cy="30911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lvl="0" algn="l">
              <a:buClrTx/>
              <a:buSzTx/>
              <a:buFontTx/>
            </a:pPr>
            <a:r>
              <a:rPr lang="zh-CN" altLang="en-US" b="1">
                <a:solidFill>
                  <a:srgbClr val="17D594"/>
                </a:solidFill>
                <a:latin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扫描</a:t>
            </a:r>
            <a:r>
              <a:rPr lang="zh-CN" altLang="en-US" b="1">
                <a:solidFill>
                  <a:srgbClr val="17D594"/>
                </a:solidFill>
                <a:latin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作业</a:t>
            </a:r>
            <a:endParaRPr lang="zh-CN" altLang="en-US" b="1">
              <a:solidFill>
                <a:srgbClr val="17D594"/>
              </a:solidFill>
              <a:latin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9" name="矩形 28"/>
          <p:cNvSpPr/>
          <p:nvPr>
            <p:custDataLst>
              <p:tags r:id="rId16"/>
            </p:custDataLst>
          </p:nvPr>
        </p:nvSpPr>
        <p:spPr>
          <a:xfrm>
            <a:off x="6863015" y="3152923"/>
            <a:ext cx="2093720" cy="62659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charset="-122"/>
              </a:rPr>
              <a:t>进行扫码作业，同时目视确认回流焊显示器及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charset="-122"/>
              </a:rPr>
              <a:t>PDA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charset="-122"/>
              </a:rPr>
              <a:t>是否显示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charset="-122"/>
              </a:rPr>
              <a:t> OK 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charset="-122"/>
              </a:rPr>
              <a:t>（如果显示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charset="-122"/>
              </a:rPr>
              <a:t> NG 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charset="-122"/>
              </a:rPr>
              <a:t>，须停下重新确认物料站位、料号、规格是否正确）</a:t>
            </a:r>
            <a:endParaRPr lang="zh-CN" altLang="en-US" sz="900" dirty="0">
              <a:latin typeface="宋体" panose="02010600030101010101" pitchFamily="2" charset="-122"/>
              <a:ea typeface="宋体" panose="02010600030101010101" pitchFamily="2" charset="-122"/>
              <a:sym typeface="微软雅黑" panose="020B0503020204020204" charset="-122"/>
            </a:endParaRPr>
          </a:p>
        </p:txBody>
      </p:sp>
      <p:cxnSp>
        <p:nvCxnSpPr>
          <p:cNvPr id="30" name="直接连接符 29"/>
          <p:cNvCxnSpPr/>
          <p:nvPr>
            <p:custDataLst>
              <p:tags r:id="rId17"/>
            </p:custDataLst>
          </p:nvPr>
        </p:nvCxnSpPr>
        <p:spPr>
          <a:xfrm>
            <a:off x="6695756" y="2460867"/>
            <a:ext cx="0" cy="1305381"/>
          </a:xfrm>
          <a:prstGeom prst="line">
            <a:avLst/>
          </a:prstGeom>
          <a:ln w="3175">
            <a:solidFill>
              <a:srgbClr val="17D594">
                <a:alpha val="44000"/>
              </a:srgbClr>
            </a:solidFill>
            <a:headEnd type="none" w="sm" len="sm"/>
            <a:tailEnd type="oval" w="sm" len="sm"/>
          </a:ln>
        </p:spPr>
        <p:style>
          <a:lnRef idx="2">
            <a:srgbClr val="376FFF"/>
          </a:lnRef>
          <a:fillRef idx="0">
            <a:srgbClr val="FFFFFF"/>
          </a:fillRef>
          <a:effectRef idx="0">
            <a:srgbClr val="FFFFFF"/>
          </a:effectRef>
          <a:fontRef idx="minor">
            <a:srgbClr val="000000"/>
          </a:fontRef>
        </p:style>
      </p:cxnSp>
      <p:cxnSp>
        <p:nvCxnSpPr>
          <p:cNvPr id="31" name="直接连接符 30"/>
          <p:cNvCxnSpPr/>
          <p:nvPr>
            <p:custDataLst>
              <p:tags r:id="rId18"/>
            </p:custDataLst>
          </p:nvPr>
        </p:nvCxnSpPr>
        <p:spPr>
          <a:xfrm>
            <a:off x="8412285" y="909738"/>
            <a:ext cx="0" cy="1209050"/>
          </a:xfrm>
          <a:prstGeom prst="line">
            <a:avLst/>
          </a:prstGeom>
          <a:ln w="3175">
            <a:solidFill>
              <a:srgbClr val="376FFF">
                <a:alpha val="44000"/>
              </a:srgbClr>
            </a:solidFill>
            <a:headEnd type="oval" w="sm" len="sm"/>
            <a:tailEnd type="none" w="sm" len="sm"/>
          </a:ln>
        </p:spPr>
        <p:style>
          <a:lnRef idx="2">
            <a:srgbClr val="376FFF"/>
          </a:lnRef>
          <a:fillRef idx="0">
            <a:srgbClr val="FFFFFF"/>
          </a:fillRef>
          <a:effectRef idx="0">
            <a:srgbClr val="FFFFFF"/>
          </a:effectRef>
          <a:fontRef idx="minor">
            <a:srgbClr val="000000"/>
          </a:fontRef>
        </p:style>
      </p:cxnSp>
      <p:cxnSp>
        <p:nvCxnSpPr>
          <p:cNvPr id="32" name="直接连接符 31"/>
          <p:cNvCxnSpPr/>
          <p:nvPr>
            <p:custDataLst>
              <p:tags r:id="rId19"/>
            </p:custDataLst>
          </p:nvPr>
        </p:nvCxnSpPr>
        <p:spPr>
          <a:xfrm>
            <a:off x="10135665" y="2459155"/>
            <a:ext cx="0" cy="1304524"/>
          </a:xfrm>
          <a:prstGeom prst="line">
            <a:avLst/>
          </a:prstGeom>
          <a:ln w="3175">
            <a:solidFill>
              <a:srgbClr val="17D594">
                <a:alpha val="44000"/>
              </a:srgbClr>
            </a:solidFill>
            <a:headEnd type="none" w="sm" len="sm"/>
            <a:tailEnd type="oval" w="sm" len="sm"/>
          </a:ln>
        </p:spPr>
        <p:style>
          <a:lnRef idx="2">
            <a:srgbClr val="376FFF"/>
          </a:lnRef>
          <a:fillRef idx="0">
            <a:srgbClr val="FFFFFF"/>
          </a:fillRef>
          <a:effectRef idx="0">
            <a:srgbClr val="FFFFFF"/>
          </a:effectRef>
          <a:fontRef idx="minor">
            <a:srgbClr val="000000"/>
          </a:fontRef>
        </p:style>
      </p:cxnSp>
      <p:sp>
        <p:nvSpPr>
          <p:cNvPr id="37" name="矩形 36"/>
          <p:cNvSpPr/>
          <p:nvPr>
            <p:custDataLst>
              <p:tags r:id="rId20"/>
            </p:custDataLst>
          </p:nvPr>
        </p:nvSpPr>
        <p:spPr>
          <a:xfrm>
            <a:off x="5114442" y="877628"/>
            <a:ext cx="1073760" cy="30911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376FFF"/>
                </a:solidFill>
                <a:latin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留样测量</a:t>
            </a:r>
            <a:endParaRPr lang="zh-CN" altLang="en-US" b="1" dirty="0">
              <a:solidFill>
                <a:srgbClr val="376FFF"/>
              </a:solidFill>
              <a:latin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8" name="矩形 37"/>
          <p:cNvSpPr/>
          <p:nvPr>
            <p:custDataLst>
              <p:tags r:id="rId21"/>
            </p:custDataLst>
          </p:nvPr>
        </p:nvSpPr>
        <p:spPr>
          <a:xfrm>
            <a:off x="5114442" y="1236404"/>
            <a:ext cx="1073760" cy="62678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charset="-122"/>
              </a:rPr>
              <a:t>确保一致后方可进行接料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charset="-122"/>
              </a:rPr>
              <a:t>( Chip 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charset="-122"/>
              </a:rPr>
              <a:t>电容须留样粘贴到新料盘上）</a:t>
            </a:r>
            <a:endParaRPr lang="zh-CN" altLang="en-US" sz="900" dirty="0">
              <a:latin typeface="宋体" panose="02010600030101010101" pitchFamily="2" charset="-122"/>
              <a:ea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41" name="矩形 40"/>
          <p:cNvSpPr/>
          <p:nvPr>
            <p:custDataLst>
              <p:tags r:id="rId22"/>
            </p:custDataLst>
          </p:nvPr>
        </p:nvSpPr>
        <p:spPr>
          <a:xfrm>
            <a:off x="8576980" y="1236423"/>
            <a:ext cx="1628519" cy="62659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charset="-122"/>
              </a:rPr>
              <a:t>在换料记录表上登记：换料时间、数量并签名、新旧料盘比对规格在旧料盘规格上划线同时保留旧料盘；</a:t>
            </a:r>
            <a:endParaRPr lang="zh-CN" altLang="en-US" sz="900" dirty="0">
              <a:latin typeface="宋体" panose="02010600030101010101" pitchFamily="2" charset="-122"/>
              <a:ea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43" name="矩形 42"/>
          <p:cNvSpPr/>
          <p:nvPr>
            <p:custDataLst>
              <p:tags r:id="rId23"/>
            </p:custDataLst>
          </p:nvPr>
        </p:nvSpPr>
        <p:spPr>
          <a:xfrm>
            <a:off x="3526673" y="2793955"/>
            <a:ext cx="1073760" cy="30911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17D594"/>
                </a:solidFill>
                <a:latin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记录填写</a:t>
            </a:r>
            <a:endParaRPr lang="zh-CN" altLang="en-US" b="1">
              <a:solidFill>
                <a:srgbClr val="17D594"/>
              </a:solidFill>
              <a:latin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4" name="矩形 43"/>
          <p:cNvSpPr/>
          <p:nvPr>
            <p:custDataLst>
              <p:tags r:id="rId24"/>
            </p:custDataLst>
          </p:nvPr>
        </p:nvSpPr>
        <p:spPr>
          <a:xfrm>
            <a:off x="3365874" y="3152626"/>
            <a:ext cx="2127872" cy="62689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需要接料的新料物料信息记录在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&lt;&lt;SMT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换料记录表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&gt;&gt;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中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: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接换料时间，换料机台站位，物料编号，规格信息（电压值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,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误差值），实际数量，批次信息</a:t>
            </a:r>
            <a:endParaRPr lang="zh-CN" altLang="en-US" sz="900" dirty="0">
              <a:latin typeface="宋体" panose="02010600030101010101" pitchFamily="2" charset="-122"/>
              <a:ea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46" name="矩形 45"/>
          <p:cNvSpPr/>
          <p:nvPr>
            <p:custDataLst>
              <p:tags r:id="rId25"/>
            </p:custDataLst>
          </p:nvPr>
        </p:nvSpPr>
        <p:spPr>
          <a:xfrm>
            <a:off x="10205483" y="2788390"/>
            <a:ext cx="1073760" cy="30911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lvl="0" algn="l">
              <a:buClrTx/>
              <a:buSzTx/>
              <a:buFontTx/>
            </a:pPr>
            <a:r>
              <a:rPr lang="zh-CN" altLang="en-US" b="1">
                <a:solidFill>
                  <a:srgbClr val="17D594"/>
                </a:solidFill>
                <a:latin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通知巡检</a:t>
            </a:r>
            <a:endParaRPr lang="zh-CN" altLang="en-US" b="1">
              <a:solidFill>
                <a:srgbClr val="17D594"/>
              </a:solidFill>
              <a:latin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7" name="矩形 46"/>
          <p:cNvSpPr/>
          <p:nvPr>
            <p:custDataLst>
              <p:tags r:id="rId26"/>
            </p:custDataLst>
          </p:nvPr>
        </p:nvSpPr>
        <p:spPr>
          <a:xfrm>
            <a:off x="10205085" y="3152775"/>
            <a:ext cx="1736090" cy="77914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charset="-122"/>
              </a:rPr>
              <a:t>通知巡检核料</a:t>
            </a:r>
            <a:endParaRPr lang="zh-CN" altLang="en-US" sz="900" dirty="0">
              <a:latin typeface="宋体" panose="02010600030101010101" pitchFamily="2" charset="-122"/>
              <a:ea typeface="宋体" panose="02010600030101010101" pitchFamily="2" charset="-122"/>
              <a:sym typeface="微软雅黑" panose="020B0503020204020204" charset="-122"/>
            </a:endParaRPr>
          </a:p>
          <a:p>
            <a:pPr indent="0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sym typeface="微软雅黑" panose="020B0503020204020204" charset="-122"/>
              </a:rPr>
              <a:t>注意：站位物料打空，重新上料，必须经巡检核料后才能启动设备生产（未经巡检核料，禁止直接开打）</a:t>
            </a:r>
            <a:endParaRPr lang="zh-CN" altLang="en-US" sz="900" dirty="0">
              <a:latin typeface="宋体" panose="02010600030101010101" pitchFamily="2" charset="-122"/>
              <a:ea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33" name="矩形 32"/>
          <p:cNvSpPr/>
          <p:nvPr>
            <p:custDataLst>
              <p:tags r:id="rId27"/>
            </p:custDataLst>
          </p:nvPr>
        </p:nvSpPr>
        <p:spPr bwMode="auto">
          <a:xfrm>
            <a:off x="195580" y="4909185"/>
            <a:ext cx="1062355" cy="813435"/>
          </a:xfrm>
          <a:prstGeom prst="rect">
            <a:avLst/>
          </a:prstGeom>
          <a:gradFill>
            <a:gsLst>
              <a:gs pos="50000">
                <a:schemeClr val="accent5"/>
              </a:gs>
              <a:gs pos="0">
                <a:schemeClr val="accent5">
                  <a:lumMod val="25000"/>
                  <a:lumOff val="75000"/>
                </a:schemeClr>
              </a:gs>
              <a:gs pos="100000">
                <a:schemeClr val="accent5">
                  <a:lumMod val="85000"/>
                </a:schemeClr>
              </a:gs>
            </a:gsLst>
            <a:lin ang="5400000" scaled="1"/>
          </a:gra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72000" tIns="36000" rIns="72000" bIns="36000" anchor="ctr">
            <a:no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巡检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核料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 useBgFill="1">
        <p:nvSpPr>
          <p:cNvPr id="76" name="矩形: 圆角 25"/>
          <p:cNvSpPr/>
          <p:nvPr>
            <p:custDataLst>
              <p:tags r:id="rId28"/>
            </p:custDataLst>
          </p:nvPr>
        </p:nvSpPr>
        <p:spPr>
          <a:xfrm>
            <a:off x="1462405" y="4636135"/>
            <a:ext cx="1467485" cy="1427480"/>
          </a:xfrm>
          <a:prstGeom prst="roundRect">
            <a:avLst/>
          </a:prstGeom>
          <a:ln w="3175" cap="flat" cmpd="sng" algn="ctr">
            <a:solidFill>
              <a:schemeClr val="accent5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0" dist="50800" dir="5400000" algn="ctr" rotWithShape="0">
              <a:schemeClr val="accent5">
                <a:alpha val="20000"/>
              </a:schemeClr>
            </a:outerShdw>
          </a:effectLst>
        </p:spPr>
        <p:txBody>
          <a:bodyPr lIns="0" rIns="0" rtlCol="0" anchor="ctr">
            <a:noAutofit/>
          </a:bodyPr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8" name="矩形: 圆角 25"/>
          <p:cNvSpPr/>
          <p:nvPr>
            <p:custDataLst>
              <p:tags r:id="rId29"/>
            </p:custDataLst>
          </p:nvPr>
        </p:nvSpPr>
        <p:spPr>
          <a:xfrm>
            <a:off x="1462405" y="4636135"/>
            <a:ext cx="1466215" cy="142684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175" cap="flat" cmpd="sng" algn="ctr">
            <a:solidFill>
              <a:schemeClr val="accent5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 rtlCol="0" anchor="ctr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89" name="椭圆 88"/>
          <p:cNvSpPr/>
          <p:nvPr>
            <p:custDataLst>
              <p:tags r:id="rId30"/>
            </p:custDataLst>
          </p:nvPr>
        </p:nvSpPr>
        <p:spPr>
          <a:xfrm>
            <a:off x="2018665" y="4296410"/>
            <a:ext cx="335915" cy="339725"/>
          </a:xfrm>
          <a:prstGeom prst="ellipse">
            <a:avLst/>
          </a:prstGeom>
          <a:gradFill>
            <a:gsLst>
              <a:gs pos="0">
                <a:schemeClr val="accent5">
                  <a:alpha val="100000"/>
                </a:schemeClr>
              </a:gs>
              <a:gs pos="100000">
                <a:schemeClr val="accent5">
                  <a:lumMod val="75000"/>
                  <a:alpha val="100000"/>
                </a:schemeClr>
              </a:gs>
            </a:gsLst>
            <a:lin ang="7686814" scaled="0"/>
          </a:gradFill>
          <a:ln w="25400">
            <a:noFill/>
          </a:ln>
          <a:effectLst>
            <a:outerShdw blurRad="254000" dist="76200" dir="5399998" algn="ctr" rotWithShape="0">
              <a:schemeClr val="accent5">
                <a:alpha val="2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 anchorCtr="0">
            <a:normAutofit fontScale="60000"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3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01</a:t>
            </a:r>
            <a:endParaRPr lang="en-US" altLang="zh-CN" sz="2300" b="1" dirty="0">
              <a:solidFill>
                <a:schemeClr val="lt1">
                  <a:lumMod val="10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01" name="矩形 100"/>
          <p:cNvSpPr/>
          <p:nvPr>
            <p:custDataLst>
              <p:tags r:id="rId31"/>
            </p:custDataLst>
          </p:nvPr>
        </p:nvSpPr>
        <p:spPr>
          <a:xfrm>
            <a:off x="1590040" y="4831080"/>
            <a:ext cx="1235710" cy="103568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根据换料记录表登记的站位、料号、规格内容同机台站位表确认是否一致；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6" name="矩形: 圆角 25"/>
          <p:cNvSpPr/>
          <p:nvPr>
            <p:custDataLst>
              <p:tags r:id="rId32"/>
            </p:custDataLst>
          </p:nvPr>
        </p:nvSpPr>
        <p:spPr>
          <a:xfrm>
            <a:off x="3134360" y="4636770"/>
            <a:ext cx="1524000" cy="142684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175" cap="flat" cmpd="sng" algn="ctr">
            <a:solidFill>
              <a:schemeClr val="accent5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 rtlCol="0" anchor="ctr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07" name="矩形: 圆角 25"/>
          <p:cNvSpPr/>
          <p:nvPr>
            <p:custDataLst>
              <p:tags r:id="rId33"/>
            </p:custDataLst>
          </p:nvPr>
        </p:nvSpPr>
        <p:spPr>
          <a:xfrm>
            <a:off x="4864100" y="4636770"/>
            <a:ext cx="1637665" cy="142684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175" cap="flat" cmpd="sng" algn="ctr">
            <a:solidFill>
              <a:schemeClr val="accent5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 rtlCol="0" anchor="ctr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08" name="矩形: 圆角 25"/>
          <p:cNvSpPr/>
          <p:nvPr>
            <p:custDataLst>
              <p:tags r:id="rId34"/>
            </p:custDataLst>
          </p:nvPr>
        </p:nvSpPr>
        <p:spPr>
          <a:xfrm>
            <a:off x="6707505" y="4636770"/>
            <a:ext cx="1637665" cy="142684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175" cap="flat" cmpd="sng" algn="ctr">
            <a:solidFill>
              <a:schemeClr val="accent5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 rtlCol="0" anchor="ctr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10" name="矩形: 圆角 25"/>
          <p:cNvSpPr/>
          <p:nvPr>
            <p:custDataLst>
              <p:tags r:id="rId35"/>
            </p:custDataLst>
          </p:nvPr>
        </p:nvSpPr>
        <p:spPr>
          <a:xfrm>
            <a:off x="8564880" y="4636135"/>
            <a:ext cx="1637665" cy="142684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175" cap="flat" cmpd="sng" algn="ctr">
            <a:solidFill>
              <a:schemeClr val="accent5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 rtlCol="0" anchor="ctr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11" name="矩形: 圆角 25"/>
          <p:cNvSpPr/>
          <p:nvPr>
            <p:custDataLst>
              <p:tags r:id="rId36"/>
            </p:custDataLst>
          </p:nvPr>
        </p:nvSpPr>
        <p:spPr>
          <a:xfrm>
            <a:off x="10422255" y="4636135"/>
            <a:ext cx="1637665" cy="142684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175" cap="flat" cmpd="sng" algn="ctr">
            <a:solidFill>
              <a:schemeClr val="accent5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 rtlCol="0" anchor="ctr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12" name="椭圆 111"/>
          <p:cNvSpPr/>
          <p:nvPr>
            <p:custDataLst>
              <p:tags r:id="rId37"/>
            </p:custDataLst>
          </p:nvPr>
        </p:nvSpPr>
        <p:spPr>
          <a:xfrm>
            <a:off x="3757295" y="4296410"/>
            <a:ext cx="330200" cy="338455"/>
          </a:xfrm>
          <a:prstGeom prst="ellipse">
            <a:avLst/>
          </a:prstGeom>
          <a:gradFill>
            <a:gsLst>
              <a:gs pos="0">
                <a:schemeClr val="accent6">
                  <a:alpha val="100000"/>
                </a:schemeClr>
              </a:gs>
              <a:gs pos="100000">
                <a:schemeClr val="accent6">
                  <a:lumMod val="75000"/>
                  <a:alpha val="100000"/>
                </a:schemeClr>
              </a:gs>
            </a:gsLst>
            <a:lin ang="7686814" scaled="0"/>
          </a:gradFill>
          <a:ln w="25400">
            <a:noFill/>
          </a:ln>
          <a:effectLst>
            <a:outerShdw blurRad="254000" dist="76200" dir="5399998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 anchorCtr="0">
            <a:normAutofit fontScale="60000"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3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02</a:t>
            </a:r>
            <a:endParaRPr lang="en-US" altLang="zh-CN" sz="2300" b="1" dirty="0">
              <a:solidFill>
                <a:schemeClr val="lt1">
                  <a:lumMod val="10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13" name="椭圆 112"/>
          <p:cNvSpPr/>
          <p:nvPr>
            <p:custDataLst>
              <p:tags r:id="rId38"/>
            </p:custDataLst>
          </p:nvPr>
        </p:nvSpPr>
        <p:spPr>
          <a:xfrm>
            <a:off x="5494020" y="4295140"/>
            <a:ext cx="335915" cy="339725"/>
          </a:xfrm>
          <a:prstGeom prst="ellipse">
            <a:avLst/>
          </a:prstGeom>
          <a:gradFill>
            <a:gsLst>
              <a:gs pos="0">
                <a:schemeClr val="accent5">
                  <a:alpha val="100000"/>
                </a:schemeClr>
              </a:gs>
              <a:gs pos="100000">
                <a:schemeClr val="accent5">
                  <a:lumMod val="75000"/>
                  <a:alpha val="100000"/>
                </a:schemeClr>
              </a:gs>
            </a:gsLst>
            <a:lin ang="7686814" scaled="0"/>
          </a:gradFill>
          <a:ln w="25400">
            <a:noFill/>
          </a:ln>
          <a:effectLst>
            <a:outerShdw blurRad="254000" dist="76200" dir="5399998" algn="ctr" rotWithShape="0">
              <a:schemeClr val="accent5">
                <a:alpha val="2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 anchorCtr="0">
            <a:normAutofit fontScale="60000"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3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03</a:t>
            </a:r>
            <a:endParaRPr lang="en-US" altLang="zh-CN" sz="2300" b="1" dirty="0">
              <a:solidFill>
                <a:schemeClr val="lt1">
                  <a:lumMod val="10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14" name="椭圆 113"/>
          <p:cNvSpPr/>
          <p:nvPr>
            <p:custDataLst>
              <p:tags r:id="rId39"/>
            </p:custDataLst>
          </p:nvPr>
        </p:nvSpPr>
        <p:spPr>
          <a:xfrm>
            <a:off x="7361555" y="4295775"/>
            <a:ext cx="330200" cy="338455"/>
          </a:xfrm>
          <a:prstGeom prst="ellipse">
            <a:avLst/>
          </a:prstGeom>
          <a:gradFill>
            <a:gsLst>
              <a:gs pos="0">
                <a:schemeClr val="accent6">
                  <a:alpha val="100000"/>
                </a:schemeClr>
              </a:gs>
              <a:gs pos="100000">
                <a:schemeClr val="accent6">
                  <a:lumMod val="75000"/>
                  <a:alpha val="100000"/>
                </a:schemeClr>
              </a:gs>
            </a:gsLst>
            <a:lin ang="7686814" scaled="0"/>
          </a:gradFill>
          <a:ln w="25400">
            <a:noFill/>
          </a:ln>
          <a:effectLst>
            <a:outerShdw blurRad="254000" dist="76200" dir="5399998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 anchorCtr="0">
            <a:normAutofit fontScale="60000"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3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04</a:t>
            </a:r>
            <a:endParaRPr lang="en-US" altLang="zh-CN" sz="2300" b="1" dirty="0">
              <a:solidFill>
                <a:schemeClr val="lt1">
                  <a:lumMod val="10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15" name="椭圆 114"/>
          <p:cNvSpPr/>
          <p:nvPr>
            <p:custDataLst>
              <p:tags r:id="rId40"/>
            </p:custDataLst>
          </p:nvPr>
        </p:nvSpPr>
        <p:spPr>
          <a:xfrm>
            <a:off x="9255760" y="4297045"/>
            <a:ext cx="335915" cy="339725"/>
          </a:xfrm>
          <a:prstGeom prst="ellipse">
            <a:avLst/>
          </a:prstGeom>
          <a:gradFill>
            <a:gsLst>
              <a:gs pos="0">
                <a:schemeClr val="accent5">
                  <a:alpha val="100000"/>
                </a:schemeClr>
              </a:gs>
              <a:gs pos="100000">
                <a:schemeClr val="accent5">
                  <a:lumMod val="75000"/>
                  <a:alpha val="100000"/>
                </a:schemeClr>
              </a:gs>
            </a:gsLst>
            <a:lin ang="7686814" scaled="0"/>
          </a:gradFill>
          <a:ln w="25400">
            <a:noFill/>
          </a:ln>
          <a:effectLst>
            <a:outerShdw blurRad="254000" dist="76200" dir="5399998" algn="ctr" rotWithShape="0">
              <a:schemeClr val="accent5">
                <a:alpha val="2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 anchorCtr="0">
            <a:normAutofit fontScale="60000"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3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05</a:t>
            </a:r>
            <a:endParaRPr lang="en-US" altLang="zh-CN" sz="2300" b="1" dirty="0">
              <a:solidFill>
                <a:schemeClr val="lt1">
                  <a:lumMod val="10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16" name="椭圆 115"/>
          <p:cNvSpPr/>
          <p:nvPr>
            <p:custDataLst>
              <p:tags r:id="rId41"/>
            </p:custDataLst>
          </p:nvPr>
        </p:nvSpPr>
        <p:spPr>
          <a:xfrm>
            <a:off x="11076305" y="4298315"/>
            <a:ext cx="330200" cy="338455"/>
          </a:xfrm>
          <a:prstGeom prst="ellipse">
            <a:avLst/>
          </a:prstGeom>
          <a:gradFill>
            <a:gsLst>
              <a:gs pos="0">
                <a:schemeClr val="accent6">
                  <a:alpha val="100000"/>
                </a:schemeClr>
              </a:gs>
              <a:gs pos="100000">
                <a:schemeClr val="accent6">
                  <a:lumMod val="75000"/>
                  <a:alpha val="100000"/>
                </a:schemeClr>
              </a:gs>
            </a:gsLst>
            <a:lin ang="7686814" scaled="0"/>
          </a:gradFill>
          <a:ln w="25400">
            <a:noFill/>
          </a:ln>
          <a:effectLst>
            <a:outerShdw blurRad="254000" dist="76200" dir="5399998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 anchorCtr="0">
            <a:normAutofit fontScale="60000"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3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06</a:t>
            </a:r>
            <a:endParaRPr lang="en-US" altLang="zh-CN" sz="2300" b="1" dirty="0">
              <a:solidFill>
                <a:schemeClr val="lt1">
                  <a:lumMod val="10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17" name="矩形 116"/>
          <p:cNvSpPr/>
          <p:nvPr>
            <p:custDataLst>
              <p:tags r:id="rId42"/>
            </p:custDataLst>
          </p:nvPr>
        </p:nvSpPr>
        <p:spPr>
          <a:xfrm>
            <a:off x="3293745" y="4767580"/>
            <a:ext cx="1306830" cy="11772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根据换料记录表上登记内容核对对应飞达新料盘：站位、料号、规格、数量是否一致；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8" name="矩形 117"/>
          <p:cNvSpPr/>
          <p:nvPr>
            <p:custDataLst>
              <p:tags r:id="rId43"/>
            </p:custDataLst>
          </p:nvPr>
        </p:nvSpPr>
        <p:spPr>
          <a:xfrm>
            <a:off x="5033645" y="4767580"/>
            <a:ext cx="1468120" cy="103568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同时比对换下旧料盘确保一致性，将新料盘上电容留样揭下粘贴到换料记录表，同时量测值；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9" name="矩形 118"/>
          <p:cNvSpPr/>
          <p:nvPr>
            <p:custDataLst>
              <p:tags r:id="rId44"/>
            </p:custDataLst>
          </p:nvPr>
        </p:nvSpPr>
        <p:spPr>
          <a:xfrm>
            <a:off x="6908800" y="4767580"/>
            <a:ext cx="1235710" cy="103568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在新料盘做盖章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签名动作，同时在换料记录表登记：量测值、料号、时间、签名；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0" name="矩形 119"/>
          <p:cNvSpPr/>
          <p:nvPr>
            <p:custDataLst>
              <p:tags r:id="rId45"/>
            </p:custDataLst>
          </p:nvPr>
        </p:nvSpPr>
        <p:spPr>
          <a:xfrm>
            <a:off x="8691245" y="4767580"/>
            <a:ext cx="1307465" cy="103568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按4H为单位依据换料记录确认空料盘个数是否与换料记录表个数一致，确认是否漏盖章/签名；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1" name="矩形 120"/>
          <p:cNvSpPr/>
          <p:nvPr>
            <p:custDataLst>
              <p:tags r:id="rId46"/>
            </p:custDataLst>
          </p:nvPr>
        </p:nvSpPr>
        <p:spPr>
          <a:xfrm>
            <a:off x="10622915" y="4831080"/>
            <a:ext cx="1235710" cy="103568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按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3H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为单位需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PDA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做系统大查料扫描；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2" name="右箭头 121"/>
          <p:cNvSpPr/>
          <p:nvPr/>
        </p:nvSpPr>
        <p:spPr>
          <a:xfrm>
            <a:off x="2972435" y="5091430"/>
            <a:ext cx="151765" cy="4635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3" name="右箭头 122"/>
          <p:cNvSpPr/>
          <p:nvPr/>
        </p:nvSpPr>
        <p:spPr>
          <a:xfrm>
            <a:off x="4712335" y="5091430"/>
            <a:ext cx="151765" cy="4635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4" name="右箭头 123"/>
          <p:cNvSpPr/>
          <p:nvPr/>
        </p:nvSpPr>
        <p:spPr>
          <a:xfrm>
            <a:off x="6555740" y="5091430"/>
            <a:ext cx="151765" cy="4635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5" name="右箭头 124"/>
          <p:cNvSpPr/>
          <p:nvPr/>
        </p:nvSpPr>
        <p:spPr>
          <a:xfrm>
            <a:off x="8408035" y="5091430"/>
            <a:ext cx="151765" cy="4635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6" name="右箭头 125"/>
          <p:cNvSpPr/>
          <p:nvPr/>
        </p:nvSpPr>
        <p:spPr>
          <a:xfrm>
            <a:off x="10270490" y="5091430"/>
            <a:ext cx="151765" cy="4635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32715" y="109855"/>
            <a:ext cx="74180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4</a:t>
            </a:r>
            <a:r>
              <a:rPr lang="zh-CN" altLang="en-US" sz="2800" b="1"/>
              <a:t>、</a:t>
            </a:r>
            <a:r>
              <a:rPr lang="en-US" altLang="zh-CN" sz="2800" b="1"/>
              <a:t>SMT</a:t>
            </a:r>
            <a:r>
              <a:rPr lang="zh-CN" altLang="en-US" sz="2800" b="1"/>
              <a:t>站点防错料</a:t>
            </a:r>
            <a:r>
              <a:rPr lang="en-US" altLang="zh-CN" sz="2800" b="1"/>
              <a:t>--</a:t>
            </a:r>
            <a:r>
              <a:rPr lang="zh-CN" altLang="en-US" sz="2800" b="1">
                <a:solidFill>
                  <a:srgbClr val="FF0000"/>
                </a:solidFill>
                <a:sym typeface="+mn-ea"/>
              </a:rPr>
              <a:t>合并工单转产错料</a:t>
            </a:r>
            <a:r>
              <a:rPr lang="zh-CN" altLang="en-US" sz="2800" b="1">
                <a:solidFill>
                  <a:srgbClr val="FF0000"/>
                </a:solidFill>
                <a:sym typeface="+mn-ea"/>
              </a:rPr>
              <a:t>案例</a:t>
            </a:r>
            <a:endParaRPr lang="zh-CN" altLang="en-US" sz="2800" b="1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32715" y="109855"/>
            <a:ext cx="78727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4</a:t>
            </a:r>
            <a:r>
              <a:rPr lang="zh-CN" altLang="en-US" sz="2800" b="1"/>
              <a:t>、</a:t>
            </a:r>
            <a:r>
              <a:rPr lang="en-US" altLang="zh-CN" sz="2800" b="1"/>
              <a:t>SMT</a:t>
            </a:r>
            <a:r>
              <a:rPr lang="zh-CN" altLang="en-US" sz="2800" b="1"/>
              <a:t>站点防错料</a:t>
            </a:r>
            <a:r>
              <a:rPr lang="en-US" altLang="zh-CN" sz="2800" b="1"/>
              <a:t>--</a:t>
            </a:r>
            <a:r>
              <a:rPr lang="zh-CN" altLang="en-US" sz="2800" b="1">
                <a:solidFill>
                  <a:srgbClr val="060BF8"/>
                </a:solidFill>
                <a:sym typeface="+mn-ea"/>
              </a:rPr>
              <a:t>合并工单转产预防错料改善</a:t>
            </a:r>
            <a:endParaRPr lang="zh-CN" altLang="en-US" sz="2800" b="1">
              <a:solidFill>
                <a:srgbClr val="FF0000"/>
              </a:solidFill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435" y="832485"/>
            <a:ext cx="3780790" cy="493268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615" y="832485"/>
            <a:ext cx="3940175" cy="51511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235" y="913765"/>
            <a:ext cx="3780790" cy="48514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 bwMode="auto">
          <a:xfrm>
            <a:off x="60960" y="2538730"/>
            <a:ext cx="618490" cy="490855"/>
          </a:xfrm>
          <a:prstGeom prst="rect">
            <a:avLst/>
          </a:prstGeom>
          <a:gradFill>
            <a:gsLst>
              <a:gs pos="50000">
                <a:schemeClr val="accent5"/>
              </a:gs>
              <a:gs pos="0">
                <a:schemeClr val="accent5">
                  <a:lumMod val="25000"/>
                  <a:lumOff val="75000"/>
                </a:schemeClr>
              </a:gs>
              <a:gs pos="100000">
                <a:schemeClr val="accent5">
                  <a:lumMod val="85000"/>
                </a:schemeClr>
              </a:gs>
            </a:gsLst>
            <a:lin ang="5400000" scaled="1"/>
          </a:gra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72000" tIns="36000" rIns="72000" bIns="36000" anchor="ctr">
            <a:no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维度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" name="矩形 6"/>
          <p:cNvSpPr/>
          <p:nvPr>
            <p:custDataLst>
              <p:tags r:id="rId5"/>
            </p:custDataLst>
          </p:nvPr>
        </p:nvSpPr>
        <p:spPr bwMode="auto">
          <a:xfrm>
            <a:off x="60960" y="3240405"/>
            <a:ext cx="618490" cy="680085"/>
          </a:xfrm>
          <a:prstGeom prst="rect">
            <a:avLst/>
          </a:prstGeom>
          <a:gradFill>
            <a:gsLst>
              <a:gs pos="50000">
                <a:schemeClr val="accent5"/>
              </a:gs>
              <a:gs pos="0">
                <a:schemeClr val="accent5">
                  <a:lumMod val="25000"/>
                  <a:lumOff val="75000"/>
                </a:schemeClr>
              </a:gs>
              <a:gs pos="100000">
                <a:schemeClr val="accent5">
                  <a:lumMod val="85000"/>
                </a:schemeClr>
              </a:gs>
            </a:gsLst>
            <a:lin ang="5400000" scaled="1"/>
          </a:gra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72000" tIns="36000" rIns="72000" bIns="36000" anchor="ctr">
            <a:no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常见错误类型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" name="矩形 7"/>
          <p:cNvSpPr/>
          <p:nvPr>
            <p:custDataLst>
              <p:tags r:id="rId6"/>
            </p:custDataLst>
          </p:nvPr>
        </p:nvSpPr>
        <p:spPr bwMode="auto">
          <a:xfrm>
            <a:off x="60960" y="4131945"/>
            <a:ext cx="618490" cy="1346835"/>
          </a:xfrm>
          <a:prstGeom prst="rect">
            <a:avLst/>
          </a:prstGeom>
          <a:gradFill>
            <a:gsLst>
              <a:gs pos="50000">
                <a:schemeClr val="accent5"/>
              </a:gs>
              <a:gs pos="0">
                <a:schemeClr val="accent5">
                  <a:lumMod val="25000"/>
                  <a:lumOff val="75000"/>
                </a:schemeClr>
              </a:gs>
              <a:gs pos="100000">
                <a:schemeClr val="accent5">
                  <a:lumMod val="85000"/>
                </a:schemeClr>
              </a:gs>
            </a:gsLst>
            <a:lin ang="5400000" scaled="1"/>
          </a:gra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72000" tIns="36000" rIns="72000" bIns="36000" anchor="ctr">
            <a:no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正确做法与关键控制点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" name="右箭头 8"/>
          <p:cNvSpPr/>
          <p:nvPr/>
        </p:nvSpPr>
        <p:spPr>
          <a:xfrm>
            <a:off x="679450" y="3348990"/>
            <a:ext cx="214630" cy="4635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679450" y="4573270"/>
            <a:ext cx="214630" cy="4635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>
            <a:off x="679450" y="2566035"/>
            <a:ext cx="214630" cy="4635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534035" y="6365240"/>
            <a:ext cx="9132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主要预防</a:t>
            </a:r>
            <a:r>
              <a:rPr lang="zh-CN">
                <a:sym typeface="+mn-ea"/>
              </a:rPr>
              <a:t>合并工单转产</a:t>
            </a:r>
            <a:r>
              <a:rPr lang="zh-CN" altLang="en-US">
                <a:sym typeface="+mn-ea"/>
              </a:rPr>
              <a:t>中：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操机员更换物料料站错、</a:t>
            </a:r>
            <a:r>
              <a:rPr lang="zh-CN">
                <a:solidFill>
                  <a:srgbClr val="FF0000"/>
                </a:solidFill>
                <a:sym typeface="+mn-ea"/>
              </a:rPr>
              <a:t>工艺程序制作更换错、巡检核料异常</a:t>
            </a:r>
            <a:endParaRPr lang="zh-CN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32715" y="109855"/>
            <a:ext cx="74180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5</a:t>
            </a:r>
            <a:r>
              <a:rPr lang="zh-CN" altLang="en-US" sz="2800" b="1"/>
              <a:t>、</a:t>
            </a:r>
            <a:r>
              <a:rPr lang="en-US" altLang="zh-CN" sz="2800" b="1"/>
              <a:t>SMT</a:t>
            </a:r>
            <a:r>
              <a:rPr lang="zh-CN" altLang="en-US" sz="2800" b="1"/>
              <a:t>站点防错料</a:t>
            </a:r>
            <a:r>
              <a:rPr lang="en-US" altLang="zh-CN" sz="2800" b="1"/>
              <a:t>--</a:t>
            </a:r>
            <a:r>
              <a:rPr lang="zh-CN" altLang="en-US" sz="2800" b="1">
                <a:solidFill>
                  <a:srgbClr val="FF0000"/>
                </a:solidFill>
                <a:sym typeface="+mn-ea"/>
              </a:rPr>
              <a:t>工单完结下料</a:t>
            </a:r>
            <a:r>
              <a:rPr lang="en-US" altLang="zh-CN" sz="2800" b="1">
                <a:solidFill>
                  <a:srgbClr val="FF0000"/>
                </a:solidFill>
                <a:sym typeface="+mn-ea"/>
              </a:rPr>
              <a:t>/</a:t>
            </a:r>
            <a:r>
              <a:rPr lang="zh-CN" altLang="en-US" sz="2800" b="1">
                <a:solidFill>
                  <a:srgbClr val="FF0000"/>
                </a:solidFill>
                <a:sym typeface="+mn-ea"/>
              </a:rPr>
              <a:t>退料错料</a:t>
            </a:r>
            <a:endParaRPr lang="zh-CN" altLang="en-US" sz="2800" b="1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32715" y="109855"/>
            <a:ext cx="74180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5</a:t>
            </a:r>
            <a:r>
              <a:rPr lang="zh-CN" altLang="en-US" sz="2800" b="1"/>
              <a:t>、</a:t>
            </a:r>
            <a:r>
              <a:rPr lang="en-US" altLang="zh-CN" sz="2800" b="1"/>
              <a:t>SMT</a:t>
            </a:r>
            <a:r>
              <a:rPr lang="zh-CN" altLang="en-US" sz="2800" b="1"/>
              <a:t>站点防错料</a:t>
            </a:r>
            <a:r>
              <a:rPr lang="en-US" altLang="zh-CN" sz="2800" b="1"/>
              <a:t>--</a:t>
            </a:r>
            <a:r>
              <a:rPr lang="zh-CN" altLang="en-US" sz="2800" b="1">
                <a:solidFill>
                  <a:srgbClr val="060BF8"/>
                </a:solidFill>
                <a:sym typeface="+mn-ea"/>
              </a:rPr>
              <a:t>工单完结下料</a:t>
            </a:r>
            <a:r>
              <a:rPr lang="en-US" altLang="zh-CN" sz="2800" b="1">
                <a:solidFill>
                  <a:srgbClr val="060BF8"/>
                </a:solidFill>
                <a:sym typeface="+mn-ea"/>
              </a:rPr>
              <a:t>/</a:t>
            </a:r>
            <a:r>
              <a:rPr lang="zh-CN" altLang="en-US" sz="2800" b="1">
                <a:solidFill>
                  <a:srgbClr val="060BF8"/>
                </a:solidFill>
                <a:sym typeface="+mn-ea"/>
              </a:rPr>
              <a:t>退料改善</a:t>
            </a:r>
            <a:endParaRPr lang="zh-CN" altLang="en-US" sz="2800" b="1">
              <a:solidFill>
                <a:srgbClr val="060BF8"/>
              </a:solidFill>
              <a:sym typeface="+mn-ea"/>
            </a:endParaRPr>
          </a:p>
        </p:txBody>
      </p:sp>
      <p:sp>
        <p:nvSpPr>
          <p:cNvPr id="20" name="任意多边形: 形状 13"/>
          <p:cNvSpPr/>
          <p:nvPr>
            <p:custDataLst>
              <p:tags r:id="rId1"/>
            </p:custDataLst>
          </p:nvPr>
        </p:nvSpPr>
        <p:spPr>
          <a:xfrm rot="652946" flipH="1">
            <a:off x="3316292" y="1787079"/>
            <a:ext cx="93184" cy="84528"/>
          </a:xfrm>
          <a:custGeom>
            <a:avLst/>
            <a:gdLst>
              <a:gd name="connsiteX0" fmla="*/ 12363 w 53310"/>
              <a:gd name="connsiteY0" fmla="*/ 11339 h 66638"/>
              <a:gd name="connsiteX1" fmla="*/ 11297 w 53310"/>
              <a:gd name="connsiteY1" fmla="*/ 20135 h 66638"/>
              <a:gd name="connsiteX2" fmla="*/ 27290 w 53310"/>
              <a:gd name="connsiteY2" fmla="*/ 44125 h 66638"/>
              <a:gd name="connsiteX3" fmla="*/ 44216 w 53310"/>
              <a:gd name="connsiteY3" fmla="*/ 67315 h 66638"/>
              <a:gd name="connsiteX4" fmla="*/ 49547 w 53310"/>
              <a:gd name="connsiteY4" fmla="*/ 64250 h 66638"/>
              <a:gd name="connsiteX5" fmla="*/ 36353 w 53310"/>
              <a:gd name="connsiteY5" fmla="*/ 37728 h 66638"/>
              <a:gd name="connsiteX6" fmla="*/ 21026 w 53310"/>
              <a:gd name="connsiteY6" fmla="*/ 12405 h 66638"/>
              <a:gd name="connsiteX7" fmla="*/ 12363 w 53310"/>
              <a:gd name="connsiteY7" fmla="*/ 11339 h 66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0" h="236">
                <a:moveTo>
                  <a:pt x="97" y="39"/>
                </a:moveTo>
                <a:cubicBezTo>
                  <a:pt x="90" y="44"/>
                  <a:pt x="90" y="53"/>
                  <a:pt x="94" y="60"/>
                </a:cubicBezTo>
                <a:cubicBezTo>
                  <a:pt x="107" y="79"/>
                  <a:pt x="120" y="98"/>
                  <a:pt x="132" y="117"/>
                </a:cubicBezTo>
                <a:cubicBezTo>
                  <a:pt x="145" y="136"/>
                  <a:pt x="159" y="154"/>
                  <a:pt x="173" y="173"/>
                </a:cubicBezTo>
                <a:cubicBezTo>
                  <a:pt x="178" y="179"/>
                  <a:pt x="189" y="173"/>
                  <a:pt x="185" y="165"/>
                </a:cubicBezTo>
                <a:cubicBezTo>
                  <a:pt x="176" y="144"/>
                  <a:pt x="166" y="122"/>
                  <a:pt x="154" y="102"/>
                </a:cubicBezTo>
                <a:cubicBezTo>
                  <a:pt x="142" y="82"/>
                  <a:pt x="130" y="62"/>
                  <a:pt x="118" y="42"/>
                </a:cubicBezTo>
                <a:cubicBezTo>
                  <a:pt x="114" y="35"/>
                  <a:pt x="103" y="34"/>
                  <a:pt x="97" y="39"/>
                </a:cubicBezTo>
                <a:close/>
                <a:moveTo>
                  <a:pt x="220" y="1"/>
                </a:moveTo>
                <a:cubicBezTo>
                  <a:pt x="214" y="3"/>
                  <a:pt x="211" y="11"/>
                  <a:pt x="213" y="17"/>
                </a:cubicBezTo>
                <a:cubicBezTo>
                  <a:pt x="218" y="36"/>
                  <a:pt x="224" y="55"/>
                  <a:pt x="229" y="74"/>
                </a:cubicBezTo>
                <a:cubicBezTo>
                  <a:pt x="234" y="93"/>
                  <a:pt x="241" y="111"/>
                  <a:pt x="248" y="130"/>
                </a:cubicBezTo>
                <a:cubicBezTo>
                  <a:pt x="250" y="136"/>
                  <a:pt x="261" y="134"/>
                  <a:pt x="260" y="127"/>
                </a:cubicBezTo>
                <a:cubicBezTo>
                  <a:pt x="258" y="107"/>
                  <a:pt x="256" y="87"/>
                  <a:pt x="251" y="67"/>
                </a:cubicBezTo>
                <a:cubicBezTo>
                  <a:pt x="247" y="47"/>
                  <a:pt x="242" y="28"/>
                  <a:pt x="237" y="8"/>
                </a:cubicBezTo>
                <a:cubicBezTo>
                  <a:pt x="235" y="2"/>
                  <a:pt x="226" y="-2"/>
                  <a:pt x="220" y="1"/>
                </a:cubicBezTo>
                <a:close/>
                <a:moveTo>
                  <a:pt x="2" y="143"/>
                </a:moveTo>
                <a:cubicBezTo>
                  <a:pt x="-2" y="150"/>
                  <a:pt x="0" y="158"/>
                  <a:pt x="7" y="163"/>
                </a:cubicBezTo>
                <a:cubicBezTo>
                  <a:pt x="25" y="175"/>
                  <a:pt x="43" y="187"/>
                  <a:pt x="61" y="200"/>
                </a:cubicBezTo>
                <a:cubicBezTo>
                  <a:pt x="79" y="213"/>
                  <a:pt x="98" y="223"/>
                  <a:pt x="117" y="235"/>
                </a:cubicBezTo>
                <a:cubicBezTo>
                  <a:pt x="123" y="239"/>
                  <a:pt x="131" y="230"/>
                  <a:pt x="126" y="224"/>
                </a:cubicBezTo>
                <a:cubicBezTo>
                  <a:pt x="109" y="208"/>
                  <a:pt x="93" y="192"/>
                  <a:pt x="75" y="179"/>
                </a:cubicBezTo>
                <a:cubicBezTo>
                  <a:pt x="58" y="165"/>
                  <a:pt x="40" y="151"/>
                  <a:pt x="22" y="138"/>
                </a:cubicBezTo>
                <a:cubicBezTo>
                  <a:pt x="15" y="134"/>
                  <a:pt x="6" y="137"/>
                  <a:pt x="2" y="143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 sz="3200">
              <a:solidFill>
                <a:schemeClr val="tx1"/>
              </a:solidFill>
              <a:latin typeface="仓耳小丸子" panose="02020400000000000000" pitchFamily="18" charset="-122"/>
              <a:ea typeface="仓耳小丸子" panose="02020400000000000000" pitchFamily="18" charset="-122"/>
              <a:cs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23" name="任意多边形: 形状 263"/>
          <p:cNvSpPr/>
          <p:nvPr>
            <p:custDataLst>
              <p:tags r:id="rId2"/>
            </p:custDataLst>
          </p:nvPr>
        </p:nvSpPr>
        <p:spPr>
          <a:xfrm>
            <a:off x="3039100" y="1822285"/>
            <a:ext cx="376934" cy="365468"/>
          </a:xfrm>
          <a:custGeom>
            <a:avLst/>
            <a:gdLst>
              <a:gd name="connsiteX0" fmla="*/ 431336 w 439811"/>
              <a:gd name="connsiteY0" fmla="*/ 237070 h 426483"/>
              <a:gd name="connsiteX1" fmla="*/ 422407 w 439811"/>
              <a:gd name="connsiteY1" fmla="*/ 196287 h 426483"/>
              <a:gd name="connsiteX2" fmla="*/ 409345 w 439811"/>
              <a:gd name="connsiteY2" fmla="*/ 143910 h 426483"/>
              <a:gd name="connsiteX3" fmla="*/ 357101 w 439811"/>
              <a:gd name="connsiteY3" fmla="*/ 60746 h 426483"/>
              <a:gd name="connsiteX4" fmla="*/ 170115 w 439811"/>
              <a:gd name="connsiteY4" fmla="*/ 15032 h 426483"/>
              <a:gd name="connsiteX5" fmla="*/ 58296 w 439811"/>
              <a:gd name="connsiteY5" fmla="*/ 96464 h 426483"/>
              <a:gd name="connsiteX6" fmla="*/ 38571 w 439811"/>
              <a:gd name="connsiteY6" fmla="*/ 125784 h 426483"/>
              <a:gd name="connsiteX7" fmla="*/ 35772 w 439811"/>
              <a:gd name="connsiteY7" fmla="*/ 132182 h 426483"/>
              <a:gd name="connsiteX8" fmla="*/ 31641 w 439811"/>
              <a:gd name="connsiteY8" fmla="*/ 140045 h 426483"/>
              <a:gd name="connsiteX9" fmla="*/ 36039 w 439811"/>
              <a:gd name="connsiteY9" fmla="*/ 318368 h 426483"/>
              <a:gd name="connsiteX10" fmla="*/ 116538 w 439811"/>
              <a:gd name="connsiteY10" fmla="*/ 386339 h 426483"/>
              <a:gd name="connsiteX11" fmla="*/ 148657 w 439811"/>
              <a:gd name="connsiteY11" fmla="*/ 395669 h 426483"/>
              <a:gd name="connsiteX12" fmla="*/ 238886 w 439811"/>
              <a:gd name="connsiteY12" fmla="*/ 423923 h 426483"/>
              <a:gd name="connsiteX13" fmla="*/ 327114 w 439811"/>
              <a:gd name="connsiteY13" fmla="*/ 400600 h 426483"/>
              <a:gd name="connsiteX14" fmla="*/ 431336 w 439811"/>
              <a:gd name="connsiteY14" fmla="*/ 237070 h 426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39811" h="426483">
                <a:moveTo>
                  <a:pt x="431336" y="237070"/>
                </a:moveTo>
                <a:cubicBezTo>
                  <a:pt x="430270" y="223076"/>
                  <a:pt x="426005" y="209748"/>
                  <a:pt x="422407" y="196287"/>
                </a:cubicBezTo>
                <a:cubicBezTo>
                  <a:pt x="417609" y="178961"/>
                  <a:pt x="414277" y="161236"/>
                  <a:pt x="409345" y="143910"/>
                </a:cubicBezTo>
                <a:cubicBezTo>
                  <a:pt x="400149" y="110857"/>
                  <a:pt x="382957" y="83402"/>
                  <a:pt x="357101" y="60746"/>
                </a:cubicBezTo>
                <a:cubicBezTo>
                  <a:pt x="310188" y="19696"/>
                  <a:pt x="230755" y="-28"/>
                  <a:pt x="170115" y="15032"/>
                </a:cubicBezTo>
                <a:cubicBezTo>
                  <a:pt x="123868" y="26494"/>
                  <a:pt x="86284" y="58213"/>
                  <a:pt x="58296" y="96464"/>
                </a:cubicBezTo>
                <a:cubicBezTo>
                  <a:pt x="50833" y="105660"/>
                  <a:pt x="44169" y="115389"/>
                  <a:pt x="38571" y="125784"/>
                </a:cubicBezTo>
                <a:cubicBezTo>
                  <a:pt x="37505" y="127783"/>
                  <a:pt x="36705" y="130049"/>
                  <a:pt x="35772" y="132182"/>
                </a:cubicBezTo>
                <a:cubicBezTo>
                  <a:pt x="34307" y="134847"/>
                  <a:pt x="32974" y="137379"/>
                  <a:pt x="31641" y="140045"/>
                </a:cubicBezTo>
                <a:cubicBezTo>
                  <a:pt x="3386" y="195888"/>
                  <a:pt x="721" y="265058"/>
                  <a:pt x="36039" y="318368"/>
                </a:cubicBezTo>
                <a:cubicBezTo>
                  <a:pt x="54964" y="346889"/>
                  <a:pt x="84018" y="374611"/>
                  <a:pt x="116538" y="386339"/>
                </a:cubicBezTo>
                <a:cubicBezTo>
                  <a:pt x="126667" y="389938"/>
                  <a:pt x="137596" y="393003"/>
                  <a:pt x="148657" y="395669"/>
                </a:cubicBezTo>
                <a:cubicBezTo>
                  <a:pt x="176779" y="409129"/>
                  <a:pt x="207166" y="423257"/>
                  <a:pt x="238886" y="423923"/>
                </a:cubicBezTo>
                <a:cubicBezTo>
                  <a:pt x="269805" y="424456"/>
                  <a:pt x="300192" y="415660"/>
                  <a:pt x="327114" y="400600"/>
                </a:cubicBezTo>
                <a:cubicBezTo>
                  <a:pt x="383223" y="369147"/>
                  <a:pt x="436800" y="305174"/>
                  <a:pt x="431336" y="237070"/>
                </a:cubicBezTo>
                <a:close/>
              </a:path>
            </a:pathLst>
          </a:custGeom>
          <a:solidFill>
            <a:schemeClr val="accent4"/>
          </a:solidFill>
          <a:ln w="127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600">
                <a:solidFill>
                  <a:srgbClr val="FFFFFF"/>
                </a:solidFill>
                <a:latin typeface="+mn-ea"/>
                <a:cs typeface="+mn-ea"/>
                <a:sym typeface="汉仪粗圆简" panose="02010600000101010101" charset="-122"/>
              </a:rPr>
              <a:t>03</a:t>
            </a:r>
            <a:endParaRPr lang="en-US" altLang="zh-CN" sz="1600">
              <a:solidFill>
                <a:srgbClr val="FFFFFF"/>
              </a:solidFill>
              <a:latin typeface="+mn-ea"/>
              <a:cs typeface="+mn-ea"/>
              <a:sym typeface="汉仪粗圆简" panose="02010600000101010101" charset="-122"/>
            </a:endParaRPr>
          </a:p>
        </p:txBody>
      </p:sp>
      <p:sp>
        <p:nvSpPr>
          <p:cNvPr id="24" name="任意多边形: 形状 264"/>
          <p:cNvSpPr/>
          <p:nvPr>
            <p:custDataLst>
              <p:tags r:id="rId3"/>
            </p:custDataLst>
          </p:nvPr>
        </p:nvSpPr>
        <p:spPr>
          <a:xfrm>
            <a:off x="3039261" y="1822332"/>
            <a:ext cx="364469" cy="408765"/>
          </a:xfrm>
          <a:custGeom>
            <a:avLst/>
            <a:gdLst>
              <a:gd name="connsiteX0" fmla="*/ 634199 w 646660"/>
              <a:gd name="connsiteY0" fmla="*/ 348526 h 626990"/>
              <a:gd name="connsiteX1" fmla="*/ 621070 w 646660"/>
              <a:gd name="connsiteY1" fmla="*/ 288569 h 626990"/>
              <a:gd name="connsiteX2" fmla="*/ 601865 w 646660"/>
              <a:gd name="connsiteY2" fmla="*/ 211567 h 626990"/>
              <a:gd name="connsiteX3" fmla="*/ 525050 w 646660"/>
              <a:gd name="connsiteY3" fmla="*/ 89305 h 626990"/>
              <a:gd name="connsiteX4" fmla="*/ 250122 w 646660"/>
              <a:gd name="connsiteY4" fmla="*/ 22099 h 626990"/>
              <a:gd name="connsiteX5" fmla="*/ 85713 w 646660"/>
              <a:gd name="connsiteY5" fmla="*/ 141815 h 626990"/>
              <a:gd name="connsiteX6" fmla="*/ 56711 w 646660"/>
              <a:gd name="connsiteY6" fmla="*/ 184920 h 626990"/>
              <a:gd name="connsiteX7" fmla="*/ 52596 w 646660"/>
              <a:gd name="connsiteY7" fmla="*/ 194326 h 626990"/>
              <a:gd name="connsiteX8" fmla="*/ 46522 w 646660"/>
              <a:gd name="connsiteY8" fmla="*/ 205885 h 626990"/>
              <a:gd name="connsiteX9" fmla="*/ 52988 w 646660"/>
              <a:gd name="connsiteY9" fmla="*/ 468045 h 626990"/>
              <a:gd name="connsiteX10" fmla="*/ 171347 w 646660"/>
              <a:gd name="connsiteY10" fmla="*/ 567972 h 626990"/>
              <a:gd name="connsiteX11" fmla="*/ 218572 w 646660"/>
              <a:gd name="connsiteY11" fmla="*/ 581689 h 626990"/>
              <a:gd name="connsiteX12" fmla="*/ 351237 w 646660"/>
              <a:gd name="connsiteY12" fmla="*/ 623226 h 626990"/>
              <a:gd name="connsiteX13" fmla="*/ 480960 w 646660"/>
              <a:gd name="connsiteY13" fmla="*/ 588938 h 626990"/>
              <a:gd name="connsiteX14" fmla="*/ 634199 w 646660"/>
              <a:gd name="connsiteY14" fmla="*/ 348526 h 626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46660" h="626990" extrusionOk="0">
                <a:moveTo>
                  <a:pt x="634199" y="348526"/>
                </a:moveTo>
                <a:cubicBezTo>
                  <a:pt x="632057" y="327599"/>
                  <a:pt x="623679" y="309365"/>
                  <a:pt x="621070" y="288569"/>
                </a:cubicBezTo>
                <a:cubicBezTo>
                  <a:pt x="616708" y="263664"/>
                  <a:pt x="604081" y="237199"/>
                  <a:pt x="601865" y="211567"/>
                </a:cubicBezTo>
                <a:cubicBezTo>
                  <a:pt x="584248" y="166975"/>
                  <a:pt x="562332" y="126668"/>
                  <a:pt x="525050" y="89305"/>
                </a:cubicBezTo>
                <a:cubicBezTo>
                  <a:pt x="449160" y="25173"/>
                  <a:pt x="345956" y="3147"/>
                  <a:pt x="250122" y="22099"/>
                </a:cubicBezTo>
                <a:cubicBezTo>
                  <a:pt x="195829" y="40575"/>
                  <a:pt x="129148" y="80881"/>
                  <a:pt x="85713" y="141815"/>
                </a:cubicBezTo>
                <a:cubicBezTo>
                  <a:pt x="71388" y="154822"/>
                  <a:pt x="64518" y="170037"/>
                  <a:pt x="56711" y="184920"/>
                </a:cubicBezTo>
                <a:cubicBezTo>
                  <a:pt x="55082" y="187268"/>
                  <a:pt x="53646" y="191635"/>
                  <a:pt x="52596" y="194326"/>
                </a:cubicBezTo>
                <a:cubicBezTo>
                  <a:pt x="50890" y="198495"/>
                  <a:pt x="48536" y="201979"/>
                  <a:pt x="46522" y="205885"/>
                </a:cubicBezTo>
                <a:cubicBezTo>
                  <a:pt x="-13221" y="285038"/>
                  <a:pt x="9016" y="396178"/>
                  <a:pt x="52988" y="468045"/>
                </a:cubicBezTo>
                <a:cubicBezTo>
                  <a:pt x="82775" y="512894"/>
                  <a:pt x="123759" y="553083"/>
                  <a:pt x="171347" y="567972"/>
                </a:cubicBezTo>
                <a:cubicBezTo>
                  <a:pt x="188036" y="576030"/>
                  <a:pt x="203537" y="579273"/>
                  <a:pt x="218572" y="581689"/>
                </a:cubicBezTo>
                <a:cubicBezTo>
                  <a:pt x="265058" y="596978"/>
                  <a:pt x="306323" y="614135"/>
                  <a:pt x="351237" y="623226"/>
                </a:cubicBezTo>
                <a:cubicBezTo>
                  <a:pt x="392340" y="624725"/>
                  <a:pt x="437947" y="608712"/>
                  <a:pt x="480960" y="588938"/>
                </a:cubicBezTo>
                <a:cubicBezTo>
                  <a:pt x="560665" y="542500"/>
                  <a:pt x="636003" y="435951"/>
                  <a:pt x="634199" y="348526"/>
                </a:cubicBezTo>
                <a:close/>
              </a:path>
            </a:pathLst>
          </a:custGeom>
          <a:noFill/>
          <a:ln w="19050" cap="flat">
            <a:solidFill>
              <a:schemeClr val="tx1">
                <a:lumMod val="75000"/>
                <a:lumOff val="25000"/>
              </a:schemeClr>
            </a:solidFill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3200" dirty="0">
              <a:solidFill>
                <a:schemeClr val="tx1"/>
              </a:solidFill>
              <a:latin typeface="仓耳小丸子" panose="02020400000000000000" pitchFamily="18" charset="-122"/>
              <a:ea typeface="仓耳小丸子" panose="02020400000000000000" pitchFamily="18" charset="-122"/>
              <a:cs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10" name="任意多边形: 形状 13"/>
          <p:cNvSpPr/>
          <p:nvPr>
            <p:custDataLst>
              <p:tags r:id="rId4"/>
            </p:custDataLst>
          </p:nvPr>
        </p:nvSpPr>
        <p:spPr>
          <a:xfrm rot="652946" flipH="1">
            <a:off x="2119758" y="1861460"/>
            <a:ext cx="93184" cy="84528"/>
          </a:xfrm>
          <a:custGeom>
            <a:avLst/>
            <a:gdLst>
              <a:gd name="connsiteX0" fmla="*/ 12363 w 53310"/>
              <a:gd name="connsiteY0" fmla="*/ 11339 h 66638"/>
              <a:gd name="connsiteX1" fmla="*/ 11297 w 53310"/>
              <a:gd name="connsiteY1" fmla="*/ 20135 h 66638"/>
              <a:gd name="connsiteX2" fmla="*/ 27290 w 53310"/>
              <a:gd name="connsiteY2" fmla="*/ 44125 h 66638"/>
              <a:gd name="connsiteX3" fmla="*/ 44216 w 53310"/>
              <a:gd name="connsiteY3" fmla="*/ 67315 h 66638"/>
              <a:gd name="connsiteX4" fmla="*/ 49547 w 53310"/>
              <a:gd name="connsiteY4" fmla="*/ 64250 h 66638"/>
              <a:gd name="connsiteX5" fmla="*/ 36353 w 53310"/>
              <a:gd name="connsiteY5" fmla="*/ 37728 h 66638"/>
              <a:gd name="connsiteX6" fmla="*/ 21026 w 53310"/>
              <a:gd name="connsiteY6" fmla="*/ 12405 h 66638"/>
              <a:gd name="connsiteX7" fmla="*/ 12363 w 53310"/>
              <a:gd name="connsiteY7" fmla="*/ 11339 h 66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0" h="236">
                <a:moveTo>
                  <a:pt x="97" y="39"/>
                </a:moveTo>
                <a:cubicBezTo>
                  <a:pt x="90" y="44"/>
                  <a:pt x="90" y="53"/>
                  <a:pt x="94" y="60"/>
                </a:cubicBezTo>
                <a:cubicBezTo>
                  <a:pt x="107" y="79"/>
                  <a:pt x="120" y="98"/>
                  <a:pt x="132" y="117"/>
                </a:cubicBezTo>
                <a:cubicBezTo>
                  <a:pt x="145" y="136"/>
                  <a:pt x="159" y="154"/>
                  <a:pt x="173" y="173"/>
                </a:cubicBezTo>
                <a:cubicBezTo>
                  <a:pt x="178" y="179"/>
                  <a:pt x="189" y="173"/>
                  <a:pt x="185" y="165"/>
                </a:cubicBezTo>
                <a:cubicBezTo>
                  <a:pt x="176" y="144"/>
                  <a:pt x="166" y="122"/>
                  <a:pt x="154" y="102"/>
                </a:cubicBezTo>
                <a:cubicBezTo>
                  <a:pt x="142" y="82"/>
                  <a:pt x="130" y="62"/>
                  <a:pt x="118" y="42"/>
                </a:cubicBezTo>
                <a:cubicBezTo>
                  <a:pt x="114" y="35"/>
                  <a:pt x="103" y="34"/>
                  <a:pt x="97" y="39"/>
                </a:cubicBezTo>
                <a:close/>
                <a:moveTo>
                  <a:pt x="220" y="1"/>
                </a:moveTo>
                <a:cubicBezTo>
                  <a:pt x="214" y="3"/>
                  <a:pt x="211" y="11"/>
                  <a:pt x="213" y="17"/>
                </a:cubicBezTo>
                <a:cubicBezTo>
                  <a:pt x="218" y="36"/>
                  <a:pt x="224" y="55"/>
                  <a:pt x="229" y="74"/>
                </a:cubicBezTo>
                <a:cubicBezTo>
                  <a:pt x="234" y="93"/>
                  <a:pt x="241" y="111"/>
                  <a:pt x="248" y="130"/>
                </a:cubicBezTo>
                <a:cubicBezTo>
                  <a:pt x="250" y="136"/>
                  <a:pt x="261" y="134"/>
                  <a:pt x="260" y="127"/>
                </a:cubicBezTo>
                <a:cubicBezTo>
                  <a:pt x="258" y="107"/>
                  <a:pt x="256" y="87"/>
                  <a:pt x="251" y="67"/>
                </a:cubicBezTo>
                <a:cubicBezTo>
                  <a:pt x="247" y="47"/>
                  <a:pt x="242" y="28"/>
                  <a:pt x="237" y="8"/>
                </a:cubicBezTo>
                <a:cubicBezTo>
                  <a:pt x="235" y="2"/>
                  <a:pt x="226" y="-2"/>
                  <a:pt x="220" y="1"/>
                </a:cubicBezTo>
                <a:close/>
                <a:moveTo>
                  <a:pt x="2" y="143"/>
                </a:moveTo>
                <a:cubicBezTo>
                  <a:pt x="-2" y="150"/>
                  <a:pt x="0" y="158"/>
                  <a:pt x="7" y="163"/>
                </a:cubicBezTo>
                <a:cubicBezTo>
                  <a:pt x="25" y="175"/>
                  <a:pt x="43" y="187"/>
                  <a:pt x="61" y="200"/>
                </a:cubicBezTo>
                <a:cubicBezTo>
                  <a:pt x="79" y="213"/>
                  <a:pt x="98" y="223"/>
                  <a:pt x="117" y="235"/>
                </a:cubicBezTo>
                <a:cubicBezTo>
                  <a:pt x="123" y="239"/>
                  <a:pt x="131" y="230"/>
                  <a:pt x="126" y="224"/>
                </a:cubicBezTo>
                <a:cubicBezTo>
                  <a:pt x="109" y="208"/>
                  <a:pt x="93" y="192"/>
                  <a:pt x="75" y="179"/>
                </a:cubicBezTo>
                <a:cubicBezTo>
                  <a:pt x="58" y="165"/>
                  <a:pt x="40" y="151"/>
                  <a:pt x="22" y="138"/>
                </a:cubicBezTo>
                <a:cubicBezTo>
                  <a:pt x="15" y="134"/>
                  <a:pt x="6" y="137"/>
                  <a:pt x="2" y="143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 sz="3200">
              <a:solidFill>
                <a:schemeClr val="tx1"/>
              </a:solidFill>
              <a:latin typeface="仓耳小丸子" panose="02020400000000000000" pitchFamily="18" charset="-122"/>
              <a:ea typeface="仓耳小丸子" panose="02020400000000000000" pitchFamily="18" charset="-122"/>
              <a:cs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16" name="任意多边形: 形状 263"/>
          <p:cNvSpPr/>
          <p:nvPr>
            <p:custDataLst>
              <p:tags r:id="rId5"/>
            </p:custDataLst>
          </p:nvPr>
        </p:nvSpPr>
        <p:spPr>
          <a:xfrm>
            <a:off x="1741465" y="1844252"/>
            <a:ext cx="376934" cy="365468"/>
          </a:xfrm>
          <a:custGeom>
            <a:avLst/>
            <a:gdLst>
              <a:gd name="connsiteX0" fmla="*/ 431336 w 439811"/>
              <a:gd name="connsiteY0" fmla="*/ 237070 h 426483"/>
              <a:gd name="connsiteX1" fmla="*/ 422407 w 439811"/>
              <a:gd name="connsiteY1" fmla="*/ 196287 h 426483"/>
              <a:gd name="connsiteX2" fmla="*/ 409345 w 439811"/>
              <a:gd name="connsiteY2" fmla="*/ 143910 h 426483"/>
              <a:gd name="connsiteX3" fmla="*/ 357101 w 439811"/>
              <a:gd name="connsiteY3" fmla="*/ 60746 h 426483"/>
              <a:gd name="connsiteX4" fmla="*/ 170115 w 439811"/>
              <a:gd name="connsiteY4" fmla="*/ 15032 h 426483"/>
              <a:gd name="connsiteX5" fmla="*/ 58296 w 439811"/>
              <a:gd name="connsiteY5" fmla="*/ 96464 h 426483"/>
              <a:gd name="connsiteX6" fmla="*/ 38571 w 439811"/>
              <a:gd name="connsiteY6" fmla="*/ 125784 h 426483"/>
              <a:gd name="connsiteX7" fmla="*/ 35772 w 439811"/>
              <a:gd name="connsiteY7" fmla="*/ 132182 h 426483"/>
              <a:gd name="connsiteX8" fmla="*/ 31641 w 439811"/>
              <a:gd name="connsiteY8" fmla="*/ 140045 h 426483"/>
              <a:gd name="connsiteX9" fmla="*/ 36039 w 439811"/>
              <a:gd name="connsiteY9" fmla="*/ 318368 h 426483"/>
              <a:gd name="connsiteX10" fmla="*/ 116538 w 439811"/>
              <a:gd name="connsiteY10" fmla="*/ 386339 h 426483"/>
              <a:gd name="connsiteX11" fmla="*/ 148657 w 439811"/>
              <a:gd name="connsiteY11" fmla="*/ 395669 h 426483"/>
              <a:gd name="connsiteX12" fmla="*/ 238886 w 439811"/>
              <a:gd name="connsiteY12" fmla="*/ 423923 h 426483"/>
              <a:gd name="connsiteX13" fmla="*/ 327114 w 439811"/>
              <a:gd name="connsiteY13" fmla="*/ 400600 h 426483"/>
              <a:gd name="connsiteX14" fmla="*/ 431336 w 439811"/>
              <a:gd name="connsiteY14" fmla="*/ 237070 h 426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39811" h="426483">
                <a:moveTo>
                  <a:pt x="431336" y="237070"/>
                </a:moveTo>
                <a:cubicBezTo>
                  <a:pt x="430270" y="223076"/>
                  <a:pt x="426005" y="209748"/>
                  <a:pt x="422407" y="196287"/>
                </a:cubicBezTo>
                <a:cubicBezTo>
                  <a:pt x="417609" y="178961"/>
                  <a:pt x="414277" y="161236"/>
                  <a:pt x="409345" y="143910"/>
                </a:cubicBezTo>
                <a:cubicBezTo>
                  <a:pt x="400149" y="110857"/>
                  <a:pt x="382957" y="83402"/>
                  <a:pt x="357101" y="60746"/>
                </a:cubicBezTo>
                <a:cubicBezTo>
                  <a:pt x="310188" y="19696"/>
                  <a:pt x="230755" y="-28"/>
                  <a:pt x="170115" y="15032"/>
                </a:cubicBezTo>
                <a:cubicBezTo>
                  <a:pt x="123868" y="26494"/>
                  <a:pt x="86284" y="58213"/>
                  <a:pt x="58296" y="96464"/>
                </a:cubicBezTo>
                <a:cubicBezTo>
                  <a:pt x="50833" y="105660"/>
                  <a:pt x="44169" y="115389"/>
                  <a:pt x="38571" y="125784"/>
                </a:cubicBezTo>
                <a:cubicBezTo>
                  <a:pt x="37505" y="127783"/>
                  <a:pt x="36705" y="130049"/>
                  <a:pt x="35772" y="132182"/>
                </a:cubicBezTo>
                <a:cubicBezTo>
                  <a:pt x="34307" y="134847"/>
                  <a:pt x="32974" y="137379"/>
                  <a:pt x="31641" y="140045"/>
                </a:cubicBezTo>
                <a:cubicBezTo>
                  <a:pt x="3386" y="195888"/>
                  <a:pt x="721" y="265058"/>
                  <a:pt x="36039" y="318368"/>
                </a:cubicBezTo>
                <a:cubicBezTo>
                  <a:pt x="54964" y="346889"/>
                  <a:pt x="84018" y="374611"/>
                  <a:pt x="116538" y="386339"/>
                </a:cubicBezTo>
                <a:cubicBezTo>
                  <a:pt x="126667" y="389938"/>
                  <a:pt x="137596" y="393003"/>
                  <a:pt x="148657" y="395669"/>
                </a:cubicBezTo>
                <a:cubicBezTo>
                  <a:pt x="176779" y="409129"/>
                  <a:pt x="207166" y="423257"/>
                  <a:pt x="238886" y="423923"/>
                </a:cubicBezTo>
                <a:cubicBezTo>
                  <a:pt x="269805" y="424456"/>
                  <a:pt x="300192" y="415660"/>
                  <a:pt x="327114" y="400600"/>
                </a:cubicBezTo>
                <a:cubicBezTo>
                  <a:pt x="383223" y="369147"/>
                  <a:pt x="436800" y="305174"/>
                  <a:pt x="431336" y="237070"/>
                </a:cubicBezTo>
                <a:close/>
              </a:path>
            </a:pathLst>
          </a:custGeom>
          <a:solidFill>
            <a:schemeClr val="accent5"/>
          </a:solidFill>
          <a:ln w="127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600">
                <a:solidFill>
                  <a:srgbClr val="FFFFFF"/>
                </a:solidFill>
                <a:latin typeface="+mn-ea"/>
                <a:cs typeface="+mn-ea"/>
                <a:sym typeface="汉仪粗圆简" panose="02010600000101010101" charset="-122"/>
              </a:rPr>
              <a:t>02</a:t>
            </a:r>
            <a:endParaRPr lang="en-US" altLang="zh-CN" sz="1600">
              <a:solidFill>
                <a:srgbClr val="FFFFFF"/>
              </a:solidFill>
              <a:latin typeface="+mn-ea"/>
              <a:cs typeface="+mn-ea"/>
              <a:sym typeface="汉仪粗圆简" panose="02010600000101010101" charset="-122"/>
            </a:endParaRPr>
          </a:p>
        </p:txBody>
      </p:sp>
      <p:sp>
        <p:nvSpPr>
          <p:cNvPr id="3" name="任意多边形: 形状 264"/>
          <p:cNvSpPr/>
          <p:nvPr>
            <p:custDataLst>
              <p:tags r:id="rId6"/>
            </p:custDataLst>
          </p:nvPr>
        </p:nvSpPr>
        <p:spPr>
          <a:xfrm>
            <a:off x="1747812" y="1812390"/>
            <a:ext cx="364751" cy="353644"/>
          </a:xfrm>
          <a:custGeom>
            <a:avLst/>
            <a:gdLst>
              <a:gd name="connsiteX0" fmla="*/ 634199 w 646660"/>
              <a:gd name="connsiteY0" fmla="*/ 348526 h 626990"/>
              <a:gd name="connsiteX1" fmla="*/ 621070 w 646660"/>
              <a:gd name="connsiteY1" fmla="*/ 288569 h 626990"/>
              <a:gd name="connsiteX2" fmla="*/ 601865 w 646660"/>
              <a:gd name="connsiteY2" fmla="*/ 211567 h 626990"/>
              <a:gd name="connsiteX3" fmla="*/ 525050 w 646660"/>
              <a:gd name="connsiteY3" fmla="*/ 89305 h 626990"/>
              <a:gd name="connsiteX4" fmla="*/ 250122 w 646660"/>
              <a:gd name="connsiteY4" fmla="*/ 22099 h 626990"/>
              <a:gd name="connsiteX5" fmla="*/ 85713 w 646660"/>
              <a:gd name="connsiteY5" fmla="*/ 141815 h 626990"/>
              <a:gd name="connsiteX6" fmla="*/ 56711 w 646660"/>
              <a:gd name="connsiteY6" fmla="*/ 184920 h 626990"/>
              <a:gd name="connsiteX7" fmla="*/ 52596 w 646660"/>
              <a:gd name="connsiteY7" fmla="*/ 194326 h 626990"/>
              <a:gd name="connsiteX8" fmla="*/ 46522 w 646660"/>
              <a:gd name="connsiteY8" fmla="*/ 205885 h 626990"/>
              <a:gd name="connsiteX9" fmla="*/ 52988 w 646660"/>
              <a:gd name="connsiteY9" fmla="*/ 468045 h 626990"/>
              <a:gd name="connsiteX10" fmla="*/ 171347 w 646660"/>
              <a:gd name="connsiteY10" fmla="*/ 567972 h 626990"/>
              <a:gd name="connsiteX11" fmla="*/ 218572 w 646660"/>
              <a:gd name="connsiteY11" fmla="*/ 581689 h 626990"/>
              <a:gd name="connsiteX12" fmla="*/ 351237 w 646660"/>
              <a:gd name="connsiteY12" fmla="*/ 623226 h 626990"/>
              <a:gd name="connsiteX13" fmla="*/ 480960 w 646660"/>
              <a:gd name="connsiteY13" fmla="*/ 588938 h 626990"/>
              <a:gd name="connsiteX14" fmla="*/ 634199 w 646660"/>
              <a:gd name="connsiteY14" fmla="*/ 348526 h 626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46660" h="626990" extrusionOk="0">
                <a:moveTo>
                  <a:pt x="634199" y="348526"/>
                </a:moveTo>
                <a:cubicBezTo>
                  <a:pt x="632057" y="327599"/>
                  <a:pt x="623679" y="309365"/>
                  <a:pt x="621070" y="288569"/>
                </a:cubicBezTo>
                <a:cubicBezTo>
                  <a:pt x="616708" y="263664"/>
                  <a:pt x="604081" y="237199"/>
                  <a:pt x="601865" y="211567"/>
                </a:cubicBezTo>
                <a:cubicBezTo>
                  <a:pt x="584248" y="166975"/>
                  <a:pt x="562332" y="126668"/>
                  <a:pt x="525050" y="89305"/>
                </a:cubicBezTo>
                <a:cubicBezTo>
                  <a:pt x="449160" y="25173"/>
                  <a:pt x="345956" y="3147"/>
                  <a:pt x="250122" y="22099"/>
                </a:cubicBezTo>
                <a:cubicBezTo>
                  <a:pt x="195829" y="40575"/>
                  <a:pt x="129148" y="80881"/>
                  <a:pt x="85713" y="141815"/>
                </a:cubicBezTo>
                <a:cubicBezTo>
                  <a:pt x="71388" y="154822"/>
                  <a:pt x="64518" y="170037"/>
                  <a:pt x="56711" y="184920"/>
                </a:cubicBezTo>
                <a:cubicBezTo>
                  <a:pt x="55082" y="187268"/>
                  <a:pt x="53646" y="191635"/>
                  <a:pt x="52596" y="194326"/>
                </a:cubicBezTo>
                <a:cubicBezTo>
                  <a:pt x="50890" y="198495"/>
                  <a:pt x="48536" y="201979"/>
                  <a:pt x="46522" y="205885"/>
                </a:cubicBezTo>
                <a:cubicBezTo>
                  <a:pt x="-13221" y="285038"/>
                  <a:pt x="9016" y="396178"/>
                  <a:pt x="52988" y="468045"/>
                </a:cubicBezTo>
                <a:cubicBezTo>
                  <a:pt x="82775" y="512894"/>
                  <a:pt x="123759" y="553083"/>
                  <a:pt x="171347" y="567972"/>
                </a:cubicBezTo>
                <a:cubicBezTo>
                  <a:pt x="188036" y="576030"/>
                  <a:pt x="203537" y="579273"/>
                  <a:pt x="218572" y="581689"/>
                </a:cubicBezTo>
                <a:cubicBezTo>
                  <a:pt x="265058" y="596978"/>
                  <a:pt x="306323" y="614135"/>
                  <a:pt x="351237" y="623226"/>
                </a:cubicBezTo>
                <a:cubicBezTo>
                  <a:pt x="392340" y="624725"/>
                  <a:pt x="437947" y="608712"/>
                  <a:pt x="480960" y="588938"/>
                </a:cubicBezTo>
                <a:cubicBezTo>
                  <a:pt x="560665" y="542500"/>
                  <a:pt x="636003" y="435951"/>
                  <a:pt x="634199" y="348526"/>
                </a:cubicBezTo>
                <a:close/>
              </a:path>
            </a:pathLst>
          </a:custGeom>
          <a:noFill/>
          <a:ln w="19050" cap="flat">
            <a:solidFill>
              <a:schemeClr val="tx1">
                <a:lumMod val="75000"/>
                <a:lumOff val="25000"/>
              </a:schemeClr>
            </a:solidFill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3200" dirty="0">
              <a:solidFill>
                <a:schemeClr val="tx1"/>
              </a:solidFill>
              <a:latin typeface="仓耳小丸子" panose="02020400000000000000" pitchFamily="18" charset="-122"/>
              <a:ea typeface="仓耳小丸子" panose="02020400000000000000" pitchFamily="18" charset="-122"/>
              <a:cs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41" name="任意多边形: 形状 13"/>
          <p:cNvSpPr/>
          <p:nvPr>
            <p:custDataLst>
              <p:tags r:id="rId7"/>
            </p:custDataLst>
          </p:nvPr>
        </p:nvSpPr>
        <p:spPr>
          <a:xfrm rot="652946" flipH="1">
            <a:off x="827197" y="1763359"/>
            <a:ext cx="93184" cy="84528"/>
          </a:xfrm>
          <a:custGeom>
            <a:avLst/>
            <a:gdLst>
              <a:gd name="connsiteX0" fmla="*/ 12363 w 53310"/>
              <a:gd name="connsiteY0" fmla="*/ 11339 h 66638"/>
              <a:gd name="connsiteX1" fmla="*/ 11297 w 53310"/>
              <a:gd name="connsiteY1" fmla="*/ 20135 h 66638"/>
              <a:gd name="connsiteX2" fmla="*/ 27290 w 53310"/>
              <a:gd name="connsiteY2" fmla="*/ 44125 h 66638"/>
              <a:gd name="connsiteX3" fmla="*/ 44216 w 53310"/>
              <a:gd name="connsiteY3" fmla="*/ 67315 h 66638"/>
              <a:gd name="connsiteX4" fmla="*/ 49547 w 53310"/>
              <a:gd name="connsiteY4" fmla="*/ 64250 h 66638"/>
              <a:gd name="connsiteX5" fmla="*/ 36353 w 53310"/>
              <a:gd name="connsiteY5" fmla="*/ 37728 h 66638"/>
              <a:gd name="connsiteX6" fmla="*/ 21026 w 53310"/>
              <a:gd name="connsiteY6" fmla="*/ 12405 h 66638"/>
              <a:gd name="connsiteX7" fmla="*/ 12363 w 53310"/>
              <a:gd name="connsiteY7" fmla="*/ 11339 h 66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0" h="236">
                <a:moveTo>
                  <a:pt x="97" y="39"/>
                </a:moveTo>
                <a:cubicBezTo>
                  <a:pt x="90" y="44"/>
                  <a:pt x="90" y="53"/>
                  <a:pt x="94" y="60"/>
                </a:cubicBezTo>
                <a:cubicBezTo>
                  <a:pt x="107" y="79"/>
                  <a:pt x="120" y="98"/>
                  <a:pt x="132" y="117"/>
                </a:cubicBezTo>
                <a:cubicBezTo>
                  <a:pt x="145" y="136"/>
                  <a:pt x="159" y="154"/>
                  <a:pt x="173" y="173"/>
                </a:cubicBezTo>
                <a:cubicBezTo>
                  <a:pt x="178" y="179"/>
                  <a:pt x="189" y="173"/>
                  <a:pt x="185" y="165"/>
                </a:cubicBezTo>
                <a:cubicBezTo>
                  <a:pt x="176" y="144"/>
                  <a:pt x="166" y="122"/>
                  <a:pt x="154" y="102"/>
                </a:cubicBezTo>
                <a:cubicBezTo>
                  <a:pt x="142" y="82"/>
                  <a:pt x="130" y="62"/>
                  <a:pt x="118" y="42"/>
                </a:cubicBezTo>
                <a:cubicBezTo>
                  <a:pt x="114" y="35"/>
                  <a:pt x="103" y="34"/>
                  <a:pt x="97" y="39"/>
                </a:cubicBezTo>
                <a:close/>
                <a:moveTo>
                  <a:pt x="220" y="1"/>
                </a:moveTo>
                <a:cubicBezTo>
                  <a:pt x="214" y="3"/>
                  <a:pt x="211" y="11"/>
                  <a:pt x="213" y="17"/>
                </a:cubicBezTo>
                <a:cubicBezTo>
                  <a:pt x="218" y="36"/>
                  <a:pt x="224" y="55"/>
                  <a:pt x="229" y="74"/>
                </a:cubicBezTo>
                <a:cubicBezTo>
                  <a:pt x="234" y="93"/>
                  <a:pt x="241" y="111"/>
                  <a:pt x="248" y="130"/>
                </a:cubicBezTo>
                <a:cubicBezTo>
                  <a:pt x="250" y="136"/>
                  <a:pt x="261" y="134"/>
                  <a:pt x="260" y="127"/>
                </a:cubicBezTo>
                <a:cubicBezTo>
                  <a:pt x="258" y="107"/>
                  <a:pt x="256" y="87"/>
                  <a:pt x="251" y="67"/>
                </a:cubicBezTo>
                <a:cubicBezTo>
                  <a:pt x="247" y="47"/>
                  <a:pt x="242" y="28"/>
                  <a:pt x="237" y="8"/>
                </a:cubicBezTo>
                <a:cubicBezTo>
                  <a:pt x="235" y="2"/>
                  <a:pt x="226" y="-2"/>
                  <a:pt x="220" y="1"/>
                </a:cubicBezTo>
                <a:close/>
                <a:moveTo>
                  <a:pt x="2" y="143"/>
                </a:moveTo>
                <a:cubicBezTo>
                  <a:pt x="-2" y="150"/>
                  <a:pt x="0" y="158"/>
                  <a:pt x="7" y="163"/>
                </a:cubicBezTo>
                <a:cubicBezTo>
                  <a:pt x="25" y="175"/>
                  <a:pt x="43" y="187"/>
                  <a:pt x="61" y="200"/>
                </a:cubicBezTo>
                <a:cubicBezTo>
                  <a:pt x="79" y="213"/>
                  <a:pt x="98" y="223"/>
                  <a:pt x="117" y="235"/>
                </a:cubicBezTo>
                <a:cubicBezTo>
                  <a:pt x="123" y="239"/>
                  <a:pt x="131" y="230"/>
                  <a:pt x="126" y="224"/>
                </a:cubicBezTo>
                <a:cubicBezTo>
                  <a:pt x="109" y="208"/>
                  <a:pt x="93" y="192"/>
                  <a:pt x="75" y="179"/>
                </a:cubicBezTo>
                <a:cubicBezTo>
                  <a:pt x="58" y="165"/>
                  <a:pt x="40" y="151"/>
                  <a:pt x="22" y="138"/>
                </a:cubicBezTo>
                <a:cubicBezTo>
                  <a:pt x="15" y="134"/>
                  <a:pt x="6" y="137"/>
                  <a:pt x="2" y="143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 sz="3200">
              <a:solidFill>
                <a:schemeClr val="tx1"/>
              </a:solidFill>
              <a:latin typeface="仓耳小丸子" panose="02020400000000000000" pitchFamily="18" charset="-122"/>
              <a:ea typeface="仓耳小丸子" panose="02020400000000000000" pitchFamily="18" charset="-122"/>
              <a:cs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44" name="任意多边形: 形状 263"/>
          <p:cNvSpPr/>
          <p:nvPr>
            <p:custDataLst>
              <p:tags r:id="rId8"/>
            </p:custDataLst>
          </p:nvPr>
        </p:nvSpPr>
        <p:spPr>
          <a:xfrm>
            <a:off x="550510" y="1809366"/>
            <a:ext cx="376934" cy="365468"/>
          </a:xfrm>
          <a:custGeom>
            <a:avLst/>
            <a:gdLst>
              <a:gd name="connsiteX0" fmla="*/ 431336 w 439811"/>
              <a:gd name="connsiteY0" fmla="*/ 237070 h 426483"/>
              <a:gd name="connsiteX1" fmla="*/ 422407 w 439811"/>
              <a:gd name="connsiteY1" fmla="*/ 196287 h 426483"/>
              <a:gd name="connsiteX2" fmla="*/ 409345 w 439811"/>
              <a:gd name="connsiteY2" fmla="*/ 143910 h 426483"/>
              <a:gd name="connsiteX3" fmla="*/ 357101 w 439811"/>
              <a:gd name="connsiteY3" fmla="*/ 60746 h 426483"/>
              <a:gd name="connsiteX4" fmla="*/ 170115 w 439811"/>
              <a:gd name="connsiteY4" fmla="*/ 15032 h 426483"/>
              <a:gd name="connsiteX5" fmla="*/ 58296 w 439811"/>
              <a:gd name="connsiteY5" fmla="*/ 96464 h 426483"/>
              <a:gd name="connsiteX6" fmla="*/ 38571 w 439811"/>
              <a:gd name="connsiteY6" fmla="*/ 125784 h 426483"/>
              <a:gd name="connsiteX7" fmla="*/ 35772 w 439811"/>
              <a:gd name="connsiteY7" fmla="*/ 132182 h 426483"/>
              <a:gd name="connsiteX8" fmla="*/ 31641 w 439811"/>
              <a:gd name="connsiteY8" fmla="*/ 140045 h 426483"/>
              <a:gd name="connsiteX9" fmla="*/ 36039 w 439811"/>
              <a:gd name="connsiteY9" fmla="*/ 318368 h 426483"/>
              <a:gd name="connsiteX10" fmla="*/ 116538 w 439811"/>
              <a:gd name="connsiteY10" fmla="*/ 386339 h 426483"/>
              <a:gd name="connsiteX11" fmla="*/ 148657 w 439811"/>
              <a:gd name="connsiteY11" fmla="*/ 395669 h 426483"/>
              <a:gd name="connsiteX12" fmla="*/ 238886 w 439811"/>
              <a:gd name="connsiteY12" fmla="*/ 423923 h 426483"/>
              <a:gd name="connsiteX13" fmla="*/ 327114 w 439811"/>
              <a:gd name="connsiteY13" fmla="*/ 400600 h 426483"/>
              <a:gd name="connsiteX14" fmla="*/ 431336 w 439811"/>
              <a:gd name="connsiteY14" fmla="*/ 237070 h 426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39811" h="426483">
                <a:moveTo>
                  <a:pt x="431336" y="237070"/>
                </a:moveTo>
                <a:cubicBezTo>
                  <a:pt x="430270" y="223076"/>
                  <a:pt x="426005" y="209748"/>
                  <a:pt x="422407" y="196287"/>
                </a:cubicBezTo>
                <a:cubicBezTo>
                  <a:pt x="417609" y="178961"/>
                  <a:pt x="414277" y="161236"/>
                  <a:pt x="409345" y="143910"/>
                </a:cubicBezTo>
                <a:cubicBezTo>
                  <a:pt x="400149" y="110857"/>
                  <a:pt x="382957" y="83402"/>
                  <a:pt x="357101" y="60746"/>
                </a:cubicBezTo>
                <a:cubicBezTo>
                  <a:pt x="310188" y="19696"/>
                  <a:pt x="230755" y="-28"/>
                  <a:pt x="170115" y="15032"/>
                </a:cubicBezTo>
                <a:cubicBezTo>
                  <a:pt x="123868" y="26494"/>
                  <a:pt x="86284" y="58213"/>
                  <a:pt x="58296" y="96464"/>
                </a:cubicBezTo>
                <a:cubicBezTo>
                  <a:pt x="50833" y="105660"/>
                  <a:pt x="44169" y="115389"/>
                  <a:pt x="38571" y="125784"/>
                </a:cubicBezTo>
                <a:cubicBezTo>
                  <a:pt x="37505" y="127783"/>
                  <a:pt x="36705" y="130049"/>
                  <a:pt x="35772" y="132182"/>
                </a:cubicBezTo>
                <a:cubicBezTo>
                  <a:pt x="34307" y="134847"/>
                  <a:pt x="32974" y="137379"/>
                  <a:pt x="31641" y="140045"/>
                </a:cubicBezTo>
                <a:cubicBezTo>
                  <a:pt x="3386" y="195888"/>
                  <a:pt x="721" y="265058"/>
                  <a:pt x="36039" y="318368"/>
                </a:cubicBezTo>
                <a:cubicBezTo>
                  <a:pt x="54964" y="346889"/>
                  <a:pt x="84018" y="374611"/>
                  <a:pt x="116538" y="386339"/>
                </a:cubicBezTo>
                <a:cubicBezTo>
                  <a:pt x="126667" y="389938"/>
                  <a:pt x="137596" y="393003"/>
                  <a:pt x="148657" y="395669"/>
                </a:cubicBezTo>
                <a:cubicBezTo>
                  <a:pt x="176779" y="409129"/>
                  <a:pt x="207166" y="423257"/>
                  <a:pt x="238886" y="423923"/>
                </a:cubicBezTo>
                <a:cubicBezTo>
                  <a:pt x="269805" y="424456"/>
                  <a:pt x="300192" y="415660"/>
                  <a:pt x="327114" y="400600"/>
                </a:cubicBezTo>
                <a:cubicBezTo>
                  <a:pt x="383223" y="369147"/>
                  <a:pt x="436800" y="305174"/>
                  <a:pt x="431336" y="237070"/>
                </a:cubicBezTo>
                <a:close/>
              </a:path>
            </a:pathLst>
          </a:custGeom>
          <a:solidFill>
            <a:schemeClr val="accent4"/>
          </a:solidFill>
          <a:ln w="127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600">
                <a:solidFill>
                  <a:srgbClr val="FFFFFF"/>
                </a:solidFill>
                <a:latin typeface="+mn-ea"/>
                <a:cs typeface="+mn-ea"/>
                <a:sym typeface="汉仪粗圆简" panose="02010600000101010101" charset="-122"/>
              </a:rPr>
              <a:t>01</a:t>
            </a:r>
            <a:endParaRPr lang="en-US" altLang="zh-CN" sz="1600">
              <a:solidFill>
                <a:srgbClr val="FFFFFF"/>
              </a:solidFill>
              <a:latin typeface="+mn-ea"/>
              <a:cs typeface="+mn-ea"/>
              <a:sym typeface="汉仪粗圆简" panose="02010600000101010101" charset="-122"/>
            </a:endParaRPr>
          </a:p>
        </p:txBody>
      </p:sp>
      <p:sp>
        <p:nvSpPr>
          <p:cNvPr id="45" name="任意多边形: 形状 264"/>
          <p:cNvSpPr/>
          <p:nvPr>
            <p:custDataLst>
              <p:tags r:id="rId9"/>
            </p:custDataLst>
          </p:nvPr>
        </p:nvSpPr>
        <p:spPr>
          <a:xfrm>
            <a:off x="538207" y="1810143"/>
            <a:ext cx="364751" cy="353644"/>
          </a:xfrm>
          <a:custGeom>
            <a:avLst/>
            <a:gdLst>
              <a:gd name="connsiteX0" fmla="*/ 634199 w 646660"/>
              <a:gd name="connsiteY0" fmla="*/ 348526 h 626990"/>
              <a:gd name="connsiteX1" fmla="*/ 621070 w 646660"/>
              <a:gd name="connsiteY1" fmla="*/ 288569 h 626990"/>
              <a:gd name="connsiteX2" fmla="*/ 601865 w 646660"/>
              <a:gd name="connsiteY2" fmla="*/ 211567 h 626990"/>
              <a:gd name="connsiteX3" fmla="*/ 525050 w 646660"/>
              <a:gd name="connsiteY3" fmla="*/ 89305 h 626990"/>
              <a:gd name="connsiteX4" fmla="*/ 250122 w 646660"/>
              <a:gd name="connsiteY4" fmla="*/ 22099 h 626990"/>
              <a:gd name="connsiteX5" fmla="*/ 85713 w 646660"/>
              <a:gd name="connsiteY5" fmla="*/ 141815 h 626990"/>
              <a:gd name="connsiteX6" fmla="*/ 56711 w 646660"/>
              <a:gd name="connsiteY6" fmla="*/ 184920 h 626990"/>
              <a:gd name="connsiteX7" fmla="*/ 52596 w 646660"/>
              <a:gd name="connsiteY7" fmla="*/ 194326 h 626990"/>
              <a:gd name="connsiteX8" fmla="*/ 46522 w 646660"/>
              <a:gd name="connsiteY8" fmla="*/ 205885 h 626990"/>
              <a:gd name="connsiteX9" fmla="*/ 52988 w 646660"/>
              <a:gd name="connsiteY9" fmla="*/ 468045 h 626990"/>
              <a:gd name="connsiteX10" fmla="*/ 171347 w 646660"/>
              <a:gd name="connsiteY10" fmla="*/ 567972 h 626990"/>
              <a:gd name="connsiteX11" fmla="*/ 218572 w 646660"/>
              <a:gd name="connsiteY11" fmla="*/ 581689 h 626990"/>
              <a:gd name="connsiteX12" fmla="*/ 351237 w 646660"/>
              <a:gd name="connsiteY12" fmla="*/ 623226 h 626990"/>
              <a:gd name="connsiteX13" fmla="*/ 480960 w 646660"/>
              <a:gd name="connsiteY13" fmla="*/ 588938 h 626990"/>
              <a:gd name="connsiteX14" fmla="*/ 634199 w 646660"/>
              <a:gd name="connsiteY14" fmla="*/ 348526 h 626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46660" h="626990" extrusionOk="0">
                <a:moveTo>
                  <a:pt x="634199" y="348526"/>
                </a:moveTo>
                <a:cubicBezTo>
                  <a:pt x="632057" y="327599"/>
                  <a:pt x="623679" y="309365"/>
                  <a:pt x="621070" y="288569"/>
                </a:cubicBezTo>
                <a:cubicBezTo>
                  <a:pt x="616708" y="263664"/>
                  <a:pt x="604081" y="237199"/>
                  <a:pt x="601865" y="211567"/>
                </a:cubicBezTo>
                <a:cubicBezTo>
                  <a:pt x="584248" y="166975"/>
                  <a:pt x="562332" y="126668"/>
                  <a:pt x="525050" y="89305"/>
                </a:cubicBezTo>
                <a:cubicBezTo>
                  <a:pt x="449160" y="25173"/>
                  <a:pt x="345956" y="3147"/>
                  <a:pt x="250122" y="22099"/>
                </a:cubicBezTo>
                <a:cubicBezTo>
                  <a:pt x="195829" y="40575"/>
                  <a:pt x="129148" y="80881"/>
                  <a:pt x="85713" y="141815"/>
                </a:cubicBezTo>
                <a:cubicBezTo>
                  <a:pt x="71388" y="154822"/>
                  <a:pt x="64518" y="170037"/>
                  <a:pt x="56711" y="184920"/>
                </a:cubicBezTo>
                <a:cubicBezTo>
                  <a:pt x="55082" y="187268"/>
                  <a:pt x="53646" y="191635"/>
                  <a:pt x="52596" y="194326"/>
                </a:cubicBezTo>
                <a:cubicBezTo>
                  <a:pt x="50890" y="198495"/>
                  <a:pt x="48536" y="201979"/>
                  <a:pt x="46522" y="205885"/>
                </a:cubicBezTo>
                <a:cubicBezTo>
                  <a:pt x="-13221" y="285038"/>
                  <a:pt x="9016" y="396178"/>
                  <a:pt x="52988" y="468045"/>
                </a:cubicBezTo>
                <a:cubicBezTo>
                  <a:pt x="82775" y="512894"/>
                  <a:pt x="123759" y="553083"/>
                  <a:pt x="171347" y="567972"/>
                </a:cubicBezTo>
                <a:cubicBezTo>
                  <a:pt x="188036" y="576030"/>
                  <a:pt x="203537" y="579273"/>
                  <a:pt x="218572" y="581689"/>
                </a:cubicBezTo>
                <a:cubicBezTo>
                  <a:pt x="265058" y="596978"/>
                  <a:pt x="306323" y="614135"/>
                  <a:pt x="351237" y="623226"/>
                </a:cubicBezTo>
                <a:cubicBezTo>
                  <a:pt x="392340" y="624725"/>
                  <a:pt x="437947" y="608712"/>
                  <a:pt x="480960" y="588938"/>
                </a:cubicBezTo>
                <a:cubicBezTo>
                  <a:pt x="560665" y="542500"/>
                  <a:pt x="636003" y="435951"/>
                  <a:pt x="634199" y="348526"/>
                </a:cubicBezTo>
                <a:close/>
              </a:path>
            </a:pathLst>
          </a:custGeom>
          <a:noFill/>
          <a:ln w="19050" cap="flat">
            <a:solidFill>
              <a:schemeClr val="tx1">
                <a:lumMod val="75000"/>
                <a:lumOff val="25000"/>
              </a:schemeClr>
            </a:solidFill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3200" dirty="0">
              <a:solidFill>
                <a:schemeClr val="tx1"/>
              </a:solidFill>
              <a:latin typeface="仓耳小丸子" panose="02020400000000000000" pitchFamily="18" charset="-122"/>
              <a:ea typeface="仓耳小丸子" panose="02020400000000000000" pitchFamily="18" charset="-122"/>
              <a:cs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115" name="任意多边形: 形状 114"/>
          <p:cNvSpPr/>
          <p:nvPr>
            <p:custDataLst>
              <p:tags r:id="rId10"/>
            </p:custDataLst>
          </p:nvPr>
        </p:nvSpPr>
        <p:spPr>
          <a:xfrm>
            <a:off x="927735" y="702945"/>
            <a:ext cx="1855470" cy="1031875"/>
          </a:xfrm>
          <a:custGeom>
            <a:avLst/>
            <a:gdLst>
              <a:gd name="connsiteX0" fmla="*/ 1617 w 5174"/>
              <a:gd name="connsiteY0" fmla="*/ 744 h 4304"/>
              <a:gd name="connsiteX1" fmla="*/ 1403 w 5174"/>
              <a:gd name="connsiteY1" fmla="*/ 696 h 4304"/>
              <a:gd name="connsiteX2" fmla="*/ 511 w 5174"/>
              <a:gd name="connsiteY2" fmla="*/ 1403 h 4304"/>
              <a:gd name="connsiteX3" fmla="*/ 572 w 5174"/>
              <a:gd name="connsiteY3" fmla="*/ 1910 h 4304"/>
              <a:gd name="connsiteX4" fmla="*/ 9 w 5174"/>
              <a:gd name="connsiteY4" fmla="*/ 2894 h 4304"/>
              <a:gd name="connsiteX5" fmla="*/ 921 w 5174"/>
              <a:gd name="connsiteY5" fmla="*/ 3562 h 4304"/>
              <a:gd name="connsiteX6" fmla="*/ 999 w 5174"/>
              <a:gd name="connsiteY6" fmla="*/ 3534 h 4304"/>
              <a:gd name="connsiteX7" fmla="*/ 2532 w 5174"/>
              <a:gd name="connsiteY7" fmla="*/ 3953 h 4304"/>
              <a:gd name="connsiteX8" fmla="*/ 3668 w 5174"/>
              <a:gd name="connsiteY8" fmla="*/ 4150 h 4304"/>
              <a:gd name="connsiteX9" fmla="*/ 4054 w 5174"/>
              <a:gd name="connsiteY9" fmla="*/ 3463 h 4304"/>
              <a:gd name="connsiteX10" fmla="*/ 4675 w 5174"/>
              <a:gd name="connsiteY10" fmla="*/ 3407 h 4304"/>
              <a:gd name="connsiteX11" fmla="*/ 4681 w 5174"/>
              <a:gd name="connsiteY11" fmla="*/ 1901 h 4304"/>
              <a:gd name="connsiteX12" fmla="*/ 4402 w 5174"/>
              <a:gd name="connsiteY12" fmla="*/ 1841 h 4304"/>
              <a:gd name="connsiteX13" fmla="*/ 3638 w 5174"/>
              <a:gd name="connsiteY13" fmla="*/ 621 h 4304"/>
              <a:gd name="connsiteX14" fmla="*/ 3259 w 5174"/>
              <a:gd name="connsiteY14" fmla="*/ 695 h 4304"/>
              <a:gd name="connsiteX15" fmla="*/ 2774 w 5174"/>
              <a:gd name="connsiteY15" fmla="*/ 62 h 4304"/>
              <a:gd name="connsiteX16" fmla="*/ 1711 w 5174"/>
              <a:gd name="connsiteY16" fmla="*/ 415 h 4304"/>
              <a:gd name="connsiteX17" fmla="*/ 1618 w 5174"/>
              <a:gd name="connsiteY17" fmla="*/ 744 h 4304"/>
              <a:gd name="connsiteX18" fmla="*/ 1617 w 5174"/>
              <a:gd name="connsiteY18" fmla="*/ 744 h 4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175" h="4305">
                <a:moveTo>
                  <a:pt x="1617" y="744"/>
                </a:moveTo>
                <a:cubicBezTo>
                  <a:pt x="1549" y="718"/>
                  <a:pt x="1476" y="701"/>
                  <a:pt x="1403" y="696"/>
                </a:cubicBezTo>
                <a:cubicBezTo>
                  <a:pt x="1078" y="676"/>
                  <a:pt x="614" y="869"/>
                  <a:pt x="511" y="1403"/>
                </a:cubicBezTo>
                <a:cubicBezTo>
                  <a:pt x="473" y="1599"/>
                  <a:pt x="501" y="1770"/>
                  <a:pt x="572" y="1910"/>
                </a:cubicBezTo>
                <a:cubicBezTo>
                  <a:pt x="180" y="1991"/>
                  <a:pt x="-48" y="2337"/>
                  <a:pt x="9" y="2894"/>
                </a:cubicBezTo>
                <a:cubicBezTo>
                  <a:pt x="53" y="3319"/>
                  <a:pt x="503" y="3694"/>
                  <a:pt x="921" y="3562"/>
                </a:cubicBezTo>
                <a:cubicBezTo>
                  <a:pt x="948" y="3553"/>
                  <a:pt x="974" y="3544"/>
                  <a:pt x="999" y="3534"/>
                </a:cubicBezTo>
                <a:cubicBezTo>
                  <a:pt x="1124" y="4310"/>
                  <a:pt x="2151" y="4589"/>
                  <a:pt x="2532" y="3953"/>
                </a:cubicBezTo>
                <a:cubicBezTo>
                  <a:pt x="2767" y="4281"/>
                  <a:pt x="3228" y="4375"/>
                  <a:pt x="3668" y="4150"/>
                </a:cubicBezTo>
                <a:cubicBezTo>
                  <a:pt x="3936" y="4013"/>
                  <a:pt x="4066" y="3750"/>
                  <a:pt x="4054" y="3463"/>
                </a:cubicBezTo>
                <a:cubicBezTo>
                  <a:pt x="4223" y="3518"/>
                  <a:pt x="4427" y="3483"/>
                  <a:pt x="4675" y="3407"/>
                </a:cubicBezTo>
                <a:cubicBezTo>
                  <a:pt x="5297" y="3218"/>
                  <a:pt x="5383" y="2191"/>
                  <a:pt x="4681" y="1901"/>
                </a:cubicBezTo>
                <a:cubicBezTo>
                  <a:pt x="4592" y="1866"/>
                  <a:pt x="4498" y="1845"/>
                  <a:pt x="4402" y="1841"/>
                </a:cubicBezTo>
                <a:cubicBezTo>
                  <a:pt x="4609" y="1350"/>
                  <a:pt x="4313" y="669"/>
                  <a:pt x="3638" y="621"/>
                </a:cubicBezTo>
                <a:cubicBezTo>
                  <a:pt x="3508" y="621"/>
                  <a:pt x="3379" y="646"/>
                  <a:pt x="3259" y="695"/>
                </a:cubicBezTo>
                <a:cubicBezTo>
                  <a:pt x="3218" y="429"/>
                  <a:pt x="3062" y="181"/>
                  <a:pt x="2774" y="62"/>
                </a:cubicBezTo>
                <a:cubicBezTo>
                  <a:pt x="2426" y="-82"/>
                  <a:pt x="1917" y="19"/>
                  <a:pt x="1711" y="415"/>
                </a:cubicBezTo>
                <a:cubicBezTo>
                  <a:pt x="1658" y="517"/>
                  <a:pt x="1627" y="629"/>
                  <a:pt x="1618" y="744"/>
                </a:cubicBezTo>
                <a:lnTo>
                  <a:pt x="1617" y="744"/>
                </a:lnTo>
                <a:close/>
              </a:path>
            </a:pathLst>
          </a:custGeom>
          <a:gradFill>
            <a:gsLst>
              <a:gs pos="10000">
                <a:schemeClr val="accent4">
                  <a:alpha val="100000"/>
                </a:schemeClr>
              </a:gs>
              <a:gs pos="100000">
                <a:schemeClr val="accent4">
                  <a:lumMod val="60000"/>
                  <a:lumOff val="40000"/>
                  <a:alpha val="100000"/>
                </a:schemeClr>
              </a:gs>
            </a:gsLst>
            <a:lin ang="13500000" scaled="0"/>
          </a:gradFill>
          <a:ln w="127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>
                <a:solidFill>
                  <a:srgbClr val="FF0000"/>
                </a:solidFill>
                <a:latin typeface="+mn-ea"/>
                <a:cs typeface="+mn-ea"/>
                <a:sym typeface="汉仪粗圆简" panose="02010600000101010101" charset="-122"/>
              </a:rPr>
              <a:t>操机员</a:t>
            </a:r>
            <a:r>
              <a:rPr lang="zh-CN" altLang="en-US" sz="1400" b="1">
                <a:solidFill>
                  <a:schemeClr val="tx1"/>
                </a:solidFill>
                <a:latin typeface="+mn-ea"/>
                <a:cs typeface="+mn-ea"/>
                <a:sym typeface="汉仪粗圆简" panose="02010600000101010101" charset="-122"/>
              </a:rPr>
              <a:t>：</a:t>
            </a:r>
            <a:endParaRPr lang="zh-CN" altLang="en-US" sz="1400" b="1">
              <a:solidFill>
                <a:schemeClr val="tx1"/>
              </a:solidFill>
              <a:latin typeface="+mn-ea"/>
              <a:cs typeface="+mn-ea"/>
              <a:sym typeface="汉仪粗圆简" panose="02010600000101010101" charset="-122"/>
            </a:endParaRPr>
          </a:p>
          <a:p>
            <a:pPr lvl="0" algn="ctr">
              <a:buClrTx/>
              <a:buSzTx/>
              <a:buFontTx/>
            </a:pPr>
            <a:r>
              <a:rPr lang="zh-CN" altLang="en-US" sz="1400" b="1">
                <a:solidFill>
                  <a:schemeClr val="tx1"/>
                </a:solidFill>
                <a:latin typeface="+mn-ea"/>
                <a:cs typeface="+mn-ea"/>
                <a:sym typeface="汉仪粗圆简" panose="02010600000101010101" charset="-122"/>
              </a:rPr>
              <a:t>退料前最后防线</a:t>
            </a:r>
            <a:endParaRPr lang="zh-CN" altLang="en-US" sz="1400" b="1">
              <a:solidFill>
                <a:schemeClr val="tx1"/>
              </a:solidFill>
              <a:latin typeface="+mn-ea"/>
              <a:cs typeface="+mn-ea"/>
              <a:sym typeface="汉仪粗圆简" panose="02010600000101010101" charset="-122"/>
            </a:endParaRPr>
          </a:p>
        </p:txBody>
      </p:sp>
      <p:sp>
        <p:nvSpPr>
          <p:cNvPr id="31" name="任意多边形: 形状 267"/>
          <p:cNvSpPr/>
          <p:nvPr>
            <p:custDataLst>
              <p:tags r:id="rId11"/>
            </p:custDataLst>
          </p:nvPr>
        </p:nvSpPr>
        <p:spPr>
          <a:xfrm>
            <a:off x="902335" y="671830"/>
            <a:ext cx="1881505" cy="1064260"/>
          </a:xfrm>
          <a:custGeom>
            <a:avLst/>
            <a:gdLst>
              <a:gd name="connsiteX0" fmla="*/ 1074626 w 3335020"/>
              <a:gd name="connsiteY0" fmla="*/ 472641 h 2735580"/>
              <a:gd name="connsiteX1" fmla="*/ 938343 w 3335020"/>
              <a:gd name="connsiteY1" fmla="*/ 442142 h 2735580"/>
              <a:gd name="connsiteX2" fmla="*/ 372171 w 3335020"/>
              <a:gd name="connsiteY2" fmla="*/ 890618 h 2735580"/>
              <a:gd name="connsiteX3" fmla="*/ 410771 w 3335020"/>
              <a:gd name="connsiteY3" fmla="*/ 1213160 h 2735580"/>
              <a:gd name="connsiteX4" fmla="*/ 4289 w 3335020"/>
              <a:gd name="connsiteY4" fmla="*/ 1856781 h 2735580"/>
              <a:gd name="connsiteX5" fmla="*/ 632357 w 3335020"/>
              <a:gd name="connsiteY5" fmla="*/ 2261929 h 2735580"/>
              <a:gd name="connsiteX6" fmla="*/ 682210 w 3335020"/>
              <a:gd name="connsiteY6" fmla="*/ 2244147 h 2735580"/>
              <a:gd name="connsiteX7" fmla="*/ 1655428 w 3335020"/>
              <a:gd name="connsiteY7" fmla="*/ 2510307 h 2735580"/>
              <a:gd name="connsiteX8" fmla="*/ 2385678 w 3335020"/>
              <a:gd name="connsiteY8" fmla="*/ 2646593 h 2735580"/>
              <a:gd name="connsiteX9" fmla="*/ 2622007 w 3335020"/>
              <a:gd name="connsiteY9" fmla="*/ 2199131 h 2735580"/>
              <a:gd name="connsiteX10" fmla="*/ 3018698 w 3335020"/>
              <a:gd name="connsiteY10" fmla="*/ 2187877 h 2735580"/>
              <a:gd name="connsiteX11" fmla="*/ 3020274 w 3335020"/>
              <a:gd name="connsiteY11" fmla="*/ 1207420 h 2735580"/>
              <a:gd name="connsiteX12" fmla="*/ 2842916 w 3335020"/>
              <a:gd name="connsiteY12" fmla="*/ 1168819 h 2735580"/>
              <a:gd name="connsiteX13" fmla="*/ 2357995 w 3335020"/>
              <a:gd name="connsiteY13" fmla="*/ 394200 h 2735580"/>
              <a:gd name="connsiteX14" fmla="*/ 2116941 w 3335020"/>
              <a:gd name="connsiteY14" fmla="*/ 441354 h 2735580"/>
              <a:gd name="connsiteX15" fmla="*/ 1809266 w 3335020"/>
              <a:gd name="connsiteY15" fmla="*/ 39358 h 2735580"/>
              <a:gd name="connsiteX16" fmla="*/ 1134045 w 3335020"/>
              <a:gd name="connsiteY16" fmla="*/ 263315 h 2735580"/>
              <a:gd name="connsiteX17" fmla="*/ 1074963 w 3335020"/>
              <a:gd name="connsiteY17" fmla="*/ 472415 h 2735580"/>
              <a:gd name="connsiteX18" fmla="*/ 1074626 w 3335020"/>
              <a:gd name="connsiteY18" fmla="*/ 472641 h 2735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335020" h="2735580" extrusionOk="0">
                <a:moveTo>
                  <a:pt x="1074626" y="472641"/>
                </a:moveTo>
                <a:cubicBezTo>
                  <a:pt x="1024827" y="451854"/>
                  <a:pt x="983886" y="445807"/>
                  <a:pt x="938343" y="442142"/>
                </a:cubicBezTo>
                <a:cubicBezTo>
                  <a:pt x="747626" y="432388"/>
                  <a:pt x="399512" y="552732"/>
                  <a:pt x="372171" y="890618"/>
                </a:cubicBezTo>
                <a:cubicBezTo>
                  <a:pt x="337406" y="1025742"/>
                  <a:pt x="364290" y="1131796"/>
                  <a:pt x="410771" y="1213160"/>
                </a:cubicBezTo>
                <a:cubicBezTo>
                  <a:pt x="116275" y="1239210"/>
                  <a:pt x="-9590" y="1513700"/>
                  <a:pt x="4289" y="1856781"/>
                </a:cubicBezTo>
                <a:cubicBezTo>
                  <a:pt x="72721" y="2131701"/>
                  <a:pt x="395100" y="2288391"/>
                  <a:pt x="632357" y="2261929"/>
                </a:cubicBezTo>
                <a:cubicBezTo>
                  <a:pt x="649031" y="2256331"/>
                  <a:pt x="663941" y="2252724"/>
                  <a:pt x="682210" y="2244147"/>
                </a:cubicBezTo>
                <a:cubicBezTo>
                  <a:pt x="686974" y="2714314"/>
                  <a:pt x="1374813" y="2967805"/>
                  <a:pt x="1655428" y="2510307"/>
                </a:cubicBezTo>
                <a:cubicBezTo>
                  <a:pt x="1845592" y="2741414"/>
                  <a:pt x="2145106" y="2798557"/>
                  <a:pt x="2385678" y="2646593"/>
                </a:cubicBezTo>
                <a:cubicBezTo>
                  <a:pt x="2541139" y="2557240"/>
                  <a:pt x="2664090" y="2409155"/>
                  <a:pt x="2622007" y="2199131"/>
                </a:cubicBezTo>
                <a:cubicBezTo>
                  <a:pt x="2741307" y="2252186"/>
                  <a:pt x="2862462" y="2244889"/>
                  <a:pt x="3018698" y="2187877"/>
                </a:cubicBezTo>
                <a:cubicBezTo>
                  <a:pt x="3425886" y="2086339"/>
                  <a:pt x="3514080" y="1450219"/>
                  <a:pt x="3020274" y="1207420"/>
                </a:cubicBezTo>
                <a:cubicBezTo>
                  <a:pt x="2971473" y="1177887"/>
                  <a:pt x="2904272" y="1169306"/>
                  <a:pt x="2842916" y="1168819"/>
                </a:cubicBezTo>
                <a:cubicBezTo>
                  <a:pt x="2890133" y="870893"/>
                  <a:pt x="2727927" y="352252"/>
                  <a:pt x="2357995" y="394200"/>
                </a:cubicBezTo>
                <a:cubicBezTo>
                  <a:pt x="2268570" y="393930"/>
                  <a:pt x="2185434" y="393859"/>
                  <a:pt x="2116941" y="441354"/>
                </a:cubicBezTo>
                <a:cubicBezTo>
                  <a:pt x="2093015" y="243026"/>
                  <a:pt x="1963941" y="131254"/>
                  <a:pt x="1809266" y="39358"/>
                </a:cubicBezTo>
                <a:cubicBezTo>
                  <a:pt x="1583399" y="-43742"/>
                  <a:pt x="1299774" y="38327"/>
                  <a:pt x="1134045" y="263315"/>
                </a:cubicBezTo>
                <a:cubicBezTo>
                  <a:pt x="1100066" y="342415"/>
                  <a:pt x="1091490" y="393000"/>
                  <a:pt x="1074963" y="472415"/>
                </a:cubicBezTo>
                <a:cubicBezTo>
                  <a:pt x="1074844" y="472474"/>
                  <a:pt x="1074764" y="472533"/>
                  <a:pt x="1074626" y="472641"/>
                </a:cubicBezTo>
                <a:close/>
              </a:path>
            </a:pathLst>
          </a:custGeom>
          <a:noFill/>
          <a:ln w="2222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400">
              <a:buClrTx/>
              <a:buSzTx/>
              <a:buFontTx/>
            </a:pPr>
            <a:endParaRPr lang="zh-CN" altLang="en-US" sz="2700">
              <a:solidFill>
                <a:schemeClr val="lt1">
                  <a:lumMod val="100000"/>
                </a:schemeClr>
              </a:solidFill>
              <a:latin typeface="汉仪粗圆简" panose="02010600000101010101" charset="-122"/>
              <a:ea typeface="汉仪粗圆简" panose="02010600000101010101" charset="-122"/>
              <a:cs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13" name="矩形 12"/>
          <p:cNvSpPr/>
          <p:nvPr>
            <p:custDataLst>
              <p:tags r:id="rId12"/>
            </p:custDataLst>
          </p:nvPr>
        </p:nvSpPr>
        <p:spPr>
          <a:xfrm>
            <a:off x="202565" y="2247900"/>
            <a:ext cx="1036955" cy="16490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 b="1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 </a:t>
            </a:r>
            <a:r>
              <a:rPr lang="zh-CN" altLang="en-US" sz="900" b="1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临近结单违规操作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：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"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最后一点</a:t>
            </a: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"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心态，接料不扫描不记录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误接相似物料，自认为</a:t>
            </a: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"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马上用完</a:t>
            </a: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"</a:t>
            </a:r>
            <a:endParaRPr lang="en-US" altLang="zh-CN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剩余</a:t>
            </a: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10-20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片时换料，错误隐蔽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13"/>
            </p:custDataLst>
          </p:nvPr>
        </p:nvSpPr>
        <p:spPr bwMode="auto">
          <a:xfrm>
            <a:off x="201930" y="3973195"/>
            <a:ext cx="11615420" cy="200025"/>
          </a:xfrm>
          <a:prstGeom prst="rect">
            <a:avLst/>
          </a:prstGeom>
          <a:gradFill>
            <a:gsLst>
              <a:gs pos="50000">
                <a:schemeClr val="accent5"/>
              </a:gs>
              <a:gs pos="0">
                <a:schemeClr val="accent5">
                  <a:lumMod val="25000"/>
                  <a:lumOff val="75000"/>
                </a:schemeClr>
              </a:gs>
              <a:gs pos="100000">
                <a:schemeClr val="accent5">
                  <a:lumMod val="85000"/>
                </a:schemeClr>
              </a:gs>
            </a:gsLst>
            <a:lin ang="5400000" scaled="1"/>
          </a:gra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72000" tIns="36000" rIns="72000" bIns="36000" anchor="ctr">
            <a:no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正确做法与关键控制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点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" name="矩形 4"/>
          <p:cNvSpPr/>
          <p:nvPr>
            <p:custDataLst>
              <p:tags r:id="rId14"/>
            </p:custDataLst>
          </p:nvPr>
        </p:nvSpPr>
        <p:spPr>
          <a:xfrm>
            <a:off x="202565" y="4249420"/>
            <a:ext cx="1036955" cy="19812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 </a:t>
            </a:r>
            <a:r>
              <a:rPr lang="zh-CN" altLang="en-US" sz="900" b="1">
                <a:solidFill>
                  <a:srgbClr val="060BF8"/>
                </a:solidFill>
                <a:latin typeface="+mn-ea"/>
                <a:cs typeface="+mn-ea"/>
                <a:sym typeface="+mn-ea"/>
              </a:rPr>
              <a:t>强制扫码窗口期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设定</a:t>
            </a: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"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结单警戒线</a:t>
            </a: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"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（如最后</a:t>
            </a: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50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片），此后任何换料强制双人扫码确认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MES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系统在警戒线后禁止单人操作，需班长授权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15"/>
            </p:custDataLst>
          </p:nvPr>
        </p:nvSpPr>
        <p:spPr>
          <a:xfrm>
            <a:off x="1427480" y="2247900"/>
            <a:ext cx="1036955" cy="16490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 b="1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 </a:t>
            </a:r>
            <a:r>
              <a:rPr lang="zh-CN" altLang="en-US" sz="900" b="1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错料混入退料：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接错料未用完，随正确料盘一同退库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未清空飞达，残留错料在料带中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退料标签未标注</a:t>
            </a: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"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已开封</a:t>
            </a: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/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有混料风险</a:t>
            </a: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"</a:t>
            </a:r>
            <a:endParaRPr lang="en-US" altLang="zh-CN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16"/>
            </p:custDataLst>
          </p:nvPr>
        </p:nvSpPr>
        <p:spPr>
          <a:xfrm>
            <a:off x="1427480" y="4249420"/>
            <a:ext cx="1036955" cy="201358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 </a:t>
            </a:r>
            <a:r>
              <a:rPr lang="zh-CN" altLang="en-US" sz="900" b="1">
                <a:solidFill>
                  <a:srgbClr val="060BF8"/>
                </a:solidFill>
                <a:latin typeface="+mn-ea"/>
                <a:cs typeface="+mn-ea"/>
                <a:sym typeface="+mn-ea"/>
              </a:rPr>
              <a:t>退料前物理清零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"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飞达三清</a:t>
            </a: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"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原则：清料</a:t>
            </a:r>
            <a:r>
              <a:rPr lang="en-US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→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清洁</a:t>
            </a:r>
            <a:r>
              <a:rPr lang="en-US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→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清点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退仓前必须将飞达内料带全部抽出检查，确认无</a:t>
            </a: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"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夹心</a:t>
            </a: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"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错料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退料标签红标警示：</a:t>
            </a: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"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已开封，需全检</a:t>
            </a: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"</a:t>
            </a:r>
            <a:endParaRPr lang="en-US" altLang="zh-CN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17"/>
            </p:custDataLst>
          </p:nvPr>
        </p:nvSpPr>
        <p:spPr>
          <a:xfrm>
            <a:off x="2696845" y="2247900"/>
            <a:ext cx="1036955" cy="164909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 b="1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 </a:t>
            </a:r>
            <a:r>
              <a:rPr lang="zh-CN" altLang="en-US" sz="900" b="1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无记录追溯：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手工记录遗漏或错误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未记录换料时剩余片数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交接班信息断层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5" name="矩形 14"/>
          <p:cNvSpPr/>
          <p:nvPr>
            <p:custDataLst>
              <p:tags r:id="rId18"/>
            </p:custDataLst>
          </p:nvPr>
        </p:nvSpPr>
        <p:spPr>
          <a:xfrm>
            <a:off x="2696845" y="4249420"/>
            <a:ext cx="1036955" cy="201358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900" b="1">
                <a:solidFill>
                  <a:srgbClr val="060BF8"/>
                </a:solidFill>
                <a:latin typeface="+mn-ea"/>
                <a:cs typeface="+mn-ea"/>
                <a:sym typeface="+mn-ea"/>
              </a:rPr>
              <a:t>数字化结单报告</a:t>
            </a:r>
            <a:endParaRPr lang="zh-CN" altLang="en-US" sz="900" b="1">
              <a:solidFill>
                <a:srgbClr val="060BF8"/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MES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自动生成结单换料日志，包含：时间、站位、物料号、操作员、剩余量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扫码关闭工单：只有所有站位扫码确认</a:t>
            </a: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"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已清空</a:t>
            </a: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"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才能关闭工单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7" name="任意多边形: 形状 13"/>
          <p:cNvSpPr/>
          <p:nvPr>
            <p:custDataLst>
              <p:tags r:id="rId19"/>
            </p:custDataLst>
          </p:nvPr>
        </p:nvSpPr>
        <p:spPr>
          <a:xfrm rot="652946" flipH="1">
            <a:off x="10172387" y="1851849"/>
            <a:ext cx="93184" cy="84528"/>
          </a:xfrm>
          <a:custGeom>
            <a:avLst/>
            <a:gdLst>
              <a:gd name="connsiteX0" fmla="*/ 12363 w 53310"/>
              <a:gd name="connsiteY0" fmla="*/ 11339 h 66638"/>
              <a:gd name="connsiteX1" fmla="*/ 11297 w 53310"/>
              <a:gd name="connsiteY1" fmla="*/ 20135 h 66638"/>
              <a:gd name="connsiteX2" fmla="*/ 27290 w 53310"/>
              <a:gd name="connsiteY2" fmla="*/ 44125 h 66638"/>
              <a:gd name="connsiteX3" fmla="*/ 44216 w 53310"/>
              <a:gd name="connsiteY3" fmla="*/ 67315 h 66638"/>
              <a:gd name="connsiteX4" fmla="*/ 49547 w 53310"/>
              <a:gd name="connsiteY4" fmla="*/ 64250 h 66638"/>
              <a:gd name="connsiteX5" fmla="*/ 36353 w 53310"/>
              <a:gd name="connsiteY5" fmla="*/ 37728 h 66638"/>
              <a:gd name="connsiteX6" fmla="*/ 21026 w 53310"/>
              <a:gd name="connsiteY6" fmla="*/ 12405 h 66638"/>
              <a:gd name="connsiteX7" fmla="*/ 12363 w 53310"/>
              <a:gd name="connsiteY7" fmla="*/ 11339 h 66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0" h="236">
                <a:moveTo>
                  <a:pt x="97" y="39"/>
                </a:moveTo>
                <a:cubicBezTo>
                  <a:pt x="90" y="44"/>
                  <a:pt x="90" y="53"/>
                  <a:pt x="94" y="60"/>
                </a:cubicBezTo>
                <a:cubicBezTo>
                  <a:pt x="107" y="79"/>
                  <a:pt x="120" y="98"/>
                  <a:pt x="132" y="117"/>
                </a:cubicBezTo>
                <a:cubicBezTo>
                  <a:pt x="145" y="136"/>
                  <a:pt x="159" y="154"/>
                  <a:pt x="173" y="173"/>
                </a:cubicBezTo>
                <a:cubicBezTo>
                  <a:pt x="178" y="179"/>
                  <a:pt x="189" y="173"/>
                  <a:pt x="185" y="165"/>
                </a:cubicBezTo>
                <a:cubicBezTo>
                  <a:pt x="176" y="144"/>
                  <a:pt x="166" y="122"/>
                  <a:pt x="154" y="102"/>
                </a:cubicBezTo>
                <a:cubicBezTo>
                  <a:pt x="142" y="82"/>
                  <a:pt x="130" y="62"/>
                  <a:pt x="118" y="42"/>
                </a:cubicBezTo>
                <a:cubicBezTo>
                  <a:pt x="114" y="35"/>
                  <a:pt x="103" y="34"/>
                  <a:pt x="97" y="39"/>
                </a:cubicBezTo>
                <a:close/>
                <a:moveTo>
                  <a:pt x="220" y="1"/>
                </a:moveTo>
                <a:cubicBezTo>
                  <a:pt x="214" y="3"/>
                  <a:pt x="211" y="11"/>
                  <a:pt x="213" y="17"/>
                </a:cubicBezTo>
                <a:cubicBezTo>
                  <a:pt x="218" y="36"/>
                  <a:pt x="224" y="55"/>
                  <a:pt x="229" y="74"/>
                </a:cubicBezTo>
                <a:cubicBezTo>
                  <a:pt x="234" y="93"/>
                  <a:pt x="241" y="111"/>
                  <a:pt x="248" y="130"/>
                </a:cubicBezTo>
                <a:cubicBezTo>
                  <a:pt x="250" y="136"/>
                  <a:pt x="261" y="134"/>
                  <a:pt x="260" y="127"/>
                </a:cubicBezTo>
                <a:cubicBezTo>
                  <a:pt x="258" y="107"/>
                  <a:pt x="256" y="87"/>
                  <a:pt x="251" y="67"/>
                </a:cubicBezTo>
                <a:cubicBezTo>
                  <a:pt x="247" y="47"/>
                  <a:pt x="242" y="28"/>
                  <a:pt x="237" y="8"/>
                </a:cubicBezTo>
                <a:cubicBezTo>
                  <a:pt x="235" y="2"/>
                  <a:pt x="226" y="-2"/>
                  <a:pt x="220" y="1"/>
                </a:cubicBezTo>
                <a:close/>
                <a:moveTo>
                  <a:pt x="2" y="143"/>
                </a:moveTo>
                <a:cubicBezTo>
                  <a:pt x="-2" y="150"/>
                  <a:pt x="0" y="158"/>
                  <a:pt x="7" y="163"/>
                </a:cubicBezTo>
                <a:cubicBezTo>
                  <a:pt x="25" y="175"/>
                  <a:pt x="43" y="187"/>
                  <a:pt x="61" y="200"/>
                </a:cubicBezTo>
                <a:cubicBezTo>
                  <a:pt x="79" y="213"/>
                  <a:pt x="98" y="223"/>
                  <a:pt x="117" y="235"/>
                </a:cubicBezTo>
                <a:cubicBezTo>
                  <a:pt x="123" y="239"/>
                  <a:pt x="131" y="230"/>
                  <a:pt x="126" y="224"/>
                </a:cubicBezTo>
                <a:cubicBezTo>
                  <a:pt x="109" y="208"/>
                  <a:pt x="93" y="192"/>
                  <a:pt x="75" y="179"/>
                </a:cubicBezTo>
                <a:cubicBezTo>
                  <a:pt x="58" y="165"/>
                  <a:pt x="40" y="151"/>
                  <a:pt x="22" y="138"/>
                </a:cubicBezTo>
                <a:cubicBezTo>
                  <a:pt x="15" y="134"/>
                  <a:pt x="6" y="137"/>
                  <a:pt x="2" y="143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 sz="3200">
              <a:solidFill>
                <a:schemeClr val="tx1"/>
              </a:solidFill>
              <a:latin typeface="仓耳小丸子" panose="02020400000000000000" pitchFamily="18" charset="-122"/>
              <a:ea typeface="仓耳小丸子" panose="02020400000000000000" pitchFamily="18" charset="-122"/>
              <a:cs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38" name="任意多边形: 形状 13"/>
          <p:cNvSpPr/>
          <p:nvPr>
            <p:custDataLst>
              <p:tags r:id="rId20"/>
            </p:custDataLst>
          </p:nvPr>
        </p:nvSpPr>
        <p:spPr>
          <a:xfrm rot="652946" flipH="1">
            <a:off x="5877688" y="1851935"/>
            <a:ext cx="93184" cy="84528"/>
          </a:xfrm>
          <a:custGeom>
            <a:avLst/>
            <a:gdLst>
              <a:gd name="connsiteX0" fmla="*/ 12363 w 53310"/>
              <a:gd name="connsiteY0" fmla="*/ 11339 h 66638"/>
              <a:gd name="connsiteX1" fmla="*/ 11297 w 53310"/>
              <a:gd name="connsiteY1" fmla="*/ 20135 h 66638"/>
              <a:gd name="connsiteX2" fmla="*/ 27290 w 53310"/>
              <a:gd name="connsiteY2" fmla="*/ 44125 h 66638"/>
              <a:gd name="connsiteX3" fmla="*/ 44216 w 53310"/>
              <a:gd name="connsiteY3" fmla="*/ 67315 h 66638"/>
              <a:gd name="connsiteX4" fmla="*/ 49547 w 53310"/>
              <a:gd name="connsiteY4" fmla="*/ 64250 h 66638"/>
              <a:gd name="connsiteX5" fmla="*/ 36353 w 53310"/>
              <a:gd name="connsiteY5" fmla="*/ 37728 h 66638"/>
              <a:gd name="connsiteX6" fmla="*/ 21026 w 53310"/>
              <a:gd name="connsiteY6" fmla="*/ 12405 h 66638"/>
              <a:gd name="connsiteX7" fmla="*/ 12363 w 53310"/>
              <a:gd name="connsiteY7" fmla="*/ 11339 h 66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0" h="236">
                <a:moveTo>
                  <a:pt x="97" y="39"/>
                </a:moveTo>
                <a:cubicBezTo>
                  <a:pt x="90" y="44"/>
                  <a:pt x="90" y="53"/>
                  <a:pt x="94" y="60"/>
                </a:cubicBezTo>
                <a:cubicBezTo>
                  <a:pt x="107" y="79"/>
                  <a:pt x="120" y="98"/>
                  <a:pt x="132" y="117"/>
                </a:cubicBezTo>
                <a:cubicBezTo>
                  <a:pt x="145" y="136"/>
                  <a:pt x="159" y="154"/>
                  <a:pt x="173" y="173"/>
                </a:cubicBezTo>
                <a:cubicBezTo>
                  <a:pt x="178" y="179"/>
                  <a:pt x="189" y="173"/>
                  <a:pt x="185" y="165"/>
                </a:cubicBezTo>
                <a:cubicBezTo>
                  <a:pt x="176" y="144"/>
                  <a:pt x="166" y="122"/>
                  <a:pt x="154" y="102"/>
                </a:cubicBezTo>
                <a:cubicBezTo>
                  <a:pt x="142" y="82"/>
                  <a:pt x="130" y="62"/>
                  <a:pt x="118" y="42"/>
                </a:cubicBezTo>
                <a:cubicBezTo>
                  <a:pt x="114" y="35"/>
                  <a:pt x="103" y="34"/>
                  <a:pt x="97" y="39"/>
                </a:cubicBezTo>
                <a:close/>
                <a:moveTo>
                  <a:pt x="220" y="1"/>
                </a:moveTo>
                <a:cubicBezTo>
                  <a:pt x="214" y="3"/>
                  <a:pt x="211" y="11"/>
                  <a:pt x="213" y="17"/>
                </a:cubicBezTo>
                <a:cubicBezTo>
                  <a:pt x="218" y="36"/>
                  <a:pt x="224" y="55"/>
                  <a:pt x="229" y="74"/>
                </a:cubicBezTo>
                <a:cubicBezTo>
                  <a:pt x="234" y="93"/>
                  <a:pt x="241" y="111"/>
                  <a:pt x="248" y="130"/>
                </a:cubicBezTo>
                <a:cubicBezTo>
                  <a:pt x="250" y="136"/>
                  <a:pt x="261" y="134"/>
                  <a:pt x="260" y="127"/>
                </a:cubicBezTo>
                <a:cubicBezTo>
                  <a:pt x="258" y="107"/>
                  <a:pt x="256" y="87"/>
                  <a:pt x="251" y="67"/>
                </a:cubicBezTo>
                <a:cubicBezTo>
                  <a:pt x="247" y="47"/>
                  <a:pt x="242" y="28"/>
                  <a:pt x="237" y="8"/>
                </a:cubicBezTo>
                <a:cubicBezTo>
                  <a:pt x="235" y="2"/>
                  <a:pt x="226" y="-2"/>
                  <a:pt x="220" y="1"/>
                </a:cubicBezTo>
                <a:close/>
                <a:moveTo>
                  <a:pt x="2" y="143"/>
                </a:moveTo>
                <a:cubicBezTo>
                  <a:pt x="-2" y="150"/>
                  <a:pt x="0" y="158"/>
                  <a:pt x="7" y="163"/>
                </a:cubicBezTo>
                <a:cubicBezTo>
                  <a:pt x="25" y="175"/>
                  <a:pt x="43" y="187"/>
                  <a:pt x="61" y="200"/>
                </a:cubicBezTo>
                <a:cubicBezTo>
                  <a:pt x="79" y="213"/>
                  <a:pt x="98" y="223"/>
                  <a:pt x="117" y="235"/>
                </a:cubicBezTo>
                <a:cubicBezTo>
                  <a:pt x="123" y="239"/>
                  <a:pt x="131" y="230"/>
                  <a:pt x="126" y="224"/>
                </a:cubicBezTo>
                <a:cubicBezTo>
                  <a:pt x="109" y="208"/>
                  <a:pt x="93" y="192"/>
                  <a:pt x="75" y="179"/>
                </a:cubicBezTo>
                <a:cubicBezTo>
                  <a:pt x="58" y="165"/>
                  <a:pt x="40" y="151"/>
                  <a:pt x="22" y="138"/>
                </a:cubicBezTo>
                <a:cubicBezTo>
                  <a:pt x="15" y="134"/>
                  <a:pt x="6" y="137"/>
                  <a:pt x="2" y="143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 sz="3200">
              <a:solidFill>
                <a:schemeClr val="tx1"/>
              </a:solidFill>
              <a:latin typeface="仓耳小丸子" panose="02020400000000000000" pitchFamily="18" charset="-122"/>
              <a:ea typeface="仓耳小丸子" panose="02020400000000000000" pitchFamily="18" charset="-122"/>
              <a:cs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39" name="任意多边形: 形状 13"/>
          <p:cNvSpPr/>
          <p:nvPr>
            <p:custDataLst>
              <p:tags r:id="rId21"/>
            </p:custDataLst>
          </p:nvPr>
        </p:nvSpPr>
        <p:spPr>
          <a:xfrm rot="652946" flipH="1">
            <a:off x="9023777" y="1830669"/>
            <a:ext cx="93184" cy="84528"/>
          </a:xfrm>
          <a:custGeom>
            <a:avLst/>
            <a:gdLst>
              <a:gd name="connsiteX0" fmla="*/ 12363 w 53310"/>
              <a:gd name="connsiteY0" fmla="*/ 11339 h 66638"/>
              <a:gd name="connsiteX1" fmla="*/ 11297 w 53310"/>
              <a:gd name="connsiteY1" fmla="*/ 20135 h 66638"/>
              <a:gd name="connsiteX2" fmla="*/ 27290 w 53310"/>
              <a:gd name="connsiteY2" fmla="*/ 44125 h 66638"/>
              <a:gd name="connsiteX3" fmla="*/ 44216 w 53310"/>
              <a:gd name="connsiteY3" fmla="*/ 67315 h 66638"/>
              <a:gd name="connsiteX4" fmla="*/ 49547 w 53310"/>
              <a:gd name="connsiteY4" fmla="*/ 64250 h 66638"/>
              <a:gd name="connsiteX5" fmla="*/ 36353 w 53310"/>
              <a:gd name="connsiteY5" fmla="*/ 37728 h 66638"/>
              <a:gd name="connsiteX6" fmla="*/ 21026 w 53310"/>
              <a:gd name="connsiteY6" fmla="*/ 12405 h 66638"/>
              <a:gd name="connsiteX7" fmla="*/ 12363 w 53310"/>
              <a:gd name="connsiteY7" fmla="*/ 11339 h 66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0" h="236">
                <a:moveTo>
                  <a:pt x="97" y="39"/>
                </a:moveTo>
                <a:cubicBezTo>
                  <a:pt x="90" y="44"/>
                  <a:pt x="90" y="53"/>
                  <a:pt x="94" y="60"/>
                </a:cubicBezTo>
                <a:cubicBezTo>
                  <a:pt x="107" y="79"/>
                  <a:pt x="120" y="98"/>
                  <a:pt x="132" y="117"/>
                </a:cubicBezTo>
                <a:cubicBezTo>
                  <a:pt x="145" y="136"/>
                  <a:pt x="159" y="154"/>
                  <a:pt x="173" y="173"/>
                </a:cubicBezTo>
                <a:cubicBezTo>
                  <a:pt x="178" y="179"/>
                  <a:pt x="189" y="173"/>
                  <a:pt x="185" y="165"/>
                </a:cubicBezTo>
                <a:cubicBezTo>
                  <a:pt x="176" y="144"/>
                  <a:pt x="166" y="122"/>
                  <a:pt x="154" y="102"/>
                </a:cubicBezTo>
                <a:cubicBezTo>
                  <a:pt x="142" y="82"/>
                  <a:pt x="130" y="62"/>
                  <a:pt x="118" y="42"/>
                </a:cubicBezTo>
                <a:cubicBezTo>
                  <a:pt x="114" y="35"/>
                  <a:pt x="103" y="34"/>
                  <a:pt x="97" y="39"/>
                </a:cubicBezTo>
                <a:close/>
                <a:moveTo>
                  <a:pt x="220" y="1"/>
                </a:moveTo>
                <a:cubicBezTo>
                  <a:pt x="214" y="3"/>
                  <a:pt x="211" y="11"/>
                  <a:pt x="213" y="17"/>
                </a:cubicBezTo>
                <a:cubicBezTo>
                  <a:pt x="218" y="36"/>
                  <a:pt x="224" y="55"/>
                  <a:pt x="229" y="74"/>
                </a:cubicBezTo>
                <a:cubicBezTo>
                  <a:pt x="234" y="93"/>
                  <a:pt x="241" y="111"/>
                  <a:pt x="248" y="130"/>
                </a:cubicBezTo>
                <a:cubicBezTo>
                  <a:pt x="250" y="136"/>
                  <a:pt x="261" y="134"/>
                  <a:pt x="260" y="127"/>
                </a:cubicBezTo>
                <a:cubicBezTo>
                  <a:pt x="258" y="107"/>
                  <a:pt x="256" y="87"/>
                  <a:pt x="251" y="67"/>
                </a:cubicBezTo>
                <a:cubicBezTo>
                  <a:pt x="247" y="47"/>
                  <a:pt x="242" y="28"/>
                  <a:pt x="237" y="8"/>
                </a:cubicBezTo>
                <a:cubicBezTo>
                  <a:pt x="235" y="2"/>
                  <a:pt x="226" y="-2"/>
                  <a:pt x="220" y="1"/>
                </a:cubicBezTo>
                <a:close/>
                <a:moveTo>
                  <a:pt x="2" y="143"/>
                </a:moveTo>
                <a:cubicBezTo>
                  <a:pt x="-2" y="150"/>
                  <a:pt x="0" y="158"/>
                  <a:pt x="7" y="163"/>
                </a:cubicBezTo>
                <a:cubicBezTo>
                  <a:pt x="25" y="175"/>
                  <a:pt x="43" y="187"/>
                  <a:pt x="61" y="200"/>
                </a:cubicBezTo>
                <a:cubicBezTo>
                  <a:pt x="79" y="213"/>
                  <a:pt x="98" y="223"/>
                  <a:pt x="117" y="235"/>
                </a:cubicBezTo>
                <a:cubicBezTo>
                  <a:pt x="123" y="239"/>
                  <a:pt x="131" y="230"/>
                  <a:pt x="126" y="224"/>
                </a:cubicBezTo>
                <a:cubicBezTo>
                  <a:pt x="109" y="208"/>
                  <a:pt x="93" y="192"/>
                  <a:pt x="75" y="179"/>
                </a:cubicBezTo>
                <a:cubicBezTo>
                  <a:pt x="58" y="165"/>
                  <a:pt x="40" y="151"/>
                  <a:pt x="22" y="138"/>
                </a:cubicBezTo>
                <a:cubicBezTo>
                  <a:pt x="15" y="134"/>
                  <a:pt x="6" y="137"/>
                  <a:pt x="2" y="143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 sz="3200">
              <a:solidFill>
                <a:schemeClr val="tx1"/>
              </a:solidFill>
              <a:latin typeface="仓耳小丸子" panose="02020400000000000000" pitchFamily="18" charset="-122"/>
              <a:ea typeface="仓耳小丸子" panose="02020400000000000000" pitchFamily="18" charset="-122"/>
              <a:cs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40" name="任意多边形: 形状 114"/>
          <p:cNvSpPr/>
          <p:nvPr>
            <p:custDataLst>
              <p:tags r:id="rId22"/>
            </p:custDataLst>
          </p:nvPr>
        </p:nvSpPr>
        <p:spPr>
          <a:xfrm>
            <a:off x="4973955" y="671830"/>
            <a:ext cx="1855470" cy="1031875"/>
          </a:xfrm>
          <a:custGeom>
            <a:avLst/>
            <a:gdLst>
              <a:gd name="connsiteX0" fmla="*/ 1617 w 5174"/>
              <a:gd name="connsiteY0" fmla="*/ 744 h 4304"/>
              <a:gd name="connsiteX1" fmla="*/ 1403 w 5174"/>
              <a:gd name="connsiteY1" fmla="*/ 696 h 4304"/>
              <a:gd name="connsiteX2" fmla="*/ 511 w 5174"/>
              <a:gd name="connsiteY2" fmla="*/ 1403 h 4304"/>
              <a:gd name="connsiteX3" fmla="*/ 572 w 5174"/>
              <a:gd name="connsiteY3" fmla="*/ 1910 h 4304"/>
              <a:gd name="connsiteX4" fmla="*/ 9 w 5174"/>
              <a:gd name="connsiteY4" fmla="*/ 2894 h 4304"/>
              <a:gd name="connsiteX5" fmla="*/ 921 w 5174"/>
              <a:gd name="connsiteY5" fmla="*/ 3562 h 4304"/>
              <a:gd name="connsiteX6" fmla="*/ 999 w 5174"/>
              <a:gd name="connsiteY6" fmla="*/ 3534 h 4304"/>
              <a:gd name="connsiteX7" fmla="*/ 2532 w 5174"/>
              <a:gd name="connsiteY7" fmla="*/ 3953 h 4304"/>
              <a:gd name="connsiteX8" fmla="*/ 3668 w 5174"/>
              <a:gd name="connsiteY8" fmla="*/ 4150 h 4304"/>
              <a:gd name="connsiteX9" fmla="*/ 4054 w 5174"/>
              <a:gd name="connsiteY9" fmla="*/ 3463 h 4304"/>
              <a:gd name="connsiteX10" fmla="*/ 4675 w 5174"/>
              <a:gd name="connsiteY10" fmla="*/ 3407 h 4304"/>
              <a:gd name="connsiteX11" fmla="*/ 4681 w 5174"/>
              <a:gd name="connsiteY11" fmla="*/ 1901 h 4304"/>
              <a:gd name="connsiteX12" fmla="*/ 4402 w 5174"/>
              <a:gd name="connsiteY12" fmla="*/ 1841 h 4304"/>
              <a:gd name="connsiteX13" fmla="*/ 3638 w 5174"/>
              <a:gd name="connsiteY13" fmla="*/ 621 h 4304"/>
              <a:gd name="connsiteX14" fmla="*/ 3259 w 5174"/>
              <a:gd name="connsiteY14" fmla="*/ 695 h 4304"/>
              <a:gd name="connsiteX15" fmla="*/ 2774 w 5174"/>
              <a:gd name="connsiteY15" fmla="*/ 62 h 4304"/>
              <a:gd name="connsiteX16" fmla="*/ 1711 w 5174"/>
              <a:gd name="connsiteY16" fmla="*/ 415 h 4304"/>
              <a:gd name="connsiteX17" fmla="*/ 1618 w 5174"/>
              <a:gd name="connsiteY17" fmla="*/ 744 h 4304"/>
              <a:gd name="connsiteX18" fmla="*/ 1617 w 5174"/>
              <a:gd name="connsiteY18" fmla="*/ 744 h 4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175" h="4305">
                <a:moveTo>
                  <a:pt x="1617" y="744"/>
                </a:moveTo>
                <a:cubicBezTo>
                  <a:pt x="1549" y="718"/>
                  <a:pt x="1476" y="701"/>
                  <a:pt x="1403" y="696"/>
                </a:cubicBezTo>
                <a:cubicBezTo>
                  <a:pt x="1078" y="676"/>
                  <a:pt x="614" y="869"/>
                  <a:pt x="511" y="1403"/>
                </a:cubicBezTo>
                <a:cubicBezTo>
                  <a:pt x="473" y="1599"/>
                  <a:pt x="501" y="1770"/>
                  <a:pt x="572" y="1910"/>
                </a:cubicBezTo>
                <a:cubicBezTo>
                  <a:pt x="180" y="1991"/>
                  <a:pt x="-48" y="2337"/>
                  <a:pt x="9" y="2894"/>
                </a:cubicBezTo>
                <a:cubicBezTo>
                  <a:pt x="53" y="3319"/>
                  <a:pt x="503" y="3694"/>
                  <a:pt x="921" y="3562"/>
                </a:cubicBezTo>
                <a:cubicBezTo>
                  <a:pt x="948" y="3553"/>
                  <a:pt x="974" y="3544"/>
                  <a:pt x="999" y="3534"/>
                </a:cubicBezTo>
                <a:cubicBezTo>
                  <a:pt x="1124" y="4310"/>
                  <a:pt x="2151" y="4589"/>
                  <a:pt x="2532" y="3953"/>
                </a:cubicBezTo>
                <a:cubicBezTo>
                  <a:pt x="2767" y="4281"/>
                  <a:pt x="3228" y="4375"/>
                  <a:pt x="3668" y="4150"/>
                </a:cubicBezTo>
                <a:cubicBezTo>
                  <a:pt x="3936" y="4013"/>
                  <a:pt x="4066" y="3750"/>
                  <a:pt x="4054" y="3463"/>
                </a:cubicBezTo>
                <a:cubicBezTo>
                  <a:pt x="4223" y="3518"/>
                  <a:pt x="4427" y="3483"/>
                  <a:pt x="4675" y="3407"/>
                </a:cubicBezTo>
                <a:cubicBezTo>
                  <a:pt x="5297" y="3218"/>
                  <a:pt x="5383" y="2191"/>
                  <a:pt x="4681" y="1901"/>
                </a:cubicBezTo>
                <a:cubicBezTo>
                  <a:pt x="4592" y="1866"/>
                  <a:pt x="4498" y="1845"/>
                  <a:pt x="4402" y="1841"/>
                </a:cubicBezTo>
                <a:cubicBezTo>
                  <a:pt x="4609" y="1350"/>
                  <a:pt x="4313" y="669"/>
                  <a:pt x="3638" y="621"/>
                </a:cubicBezTo>
                <a:cubicBezTo>
                  <a:pt x="3508" y="621"/>
                  <a:pt x="3379" y="646"/>
                  <a:pt x="3259" y="695"/>
                </a:cubicBezTo>
                <a:cubicBezTo>
                  <a:pt x="3218" y="429"/>
                  <a:pt x="3062" y="181"/>
                  <a:pt x="2774" y="62"/>
                </a:cubicBezTo>
                <a:cubicBezTo>
                  <a:pt x="2426" y="-82"/>
                  <a:pt x="1917" y="19"/>
                  <a:pt x="1711" y="415"/>
                </a:cubicBezTo>
                <a:cubicBezTo>
                  <a:pt x="1658" y="517"/>
                  <a:pt x="1627" y="629"/>
                  <a:pt x="1618" y="744"/>
                </a:cubicBezTo>
                <a:lnTo>
                  <a:pt x="1617" y="744"/>
                </a:lnTo>
                <a:close/>
              </a:path>
            </a:pathLst>
          </a:custGeom>
          <a:solidFill>
            <a:schemeClr val="accent2"/>
          </a:solidFill>
          <a:ln w="127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>
                <a:solidFill>
                  <a:srgbClr val="FF0000"/>
                </a:solidFill>
                <a:latin typeface="+mn-ea"/>
                <a:cs typeface="+mn-ea"/>
                <a:sym typeface="汉仪粗圆简" panose="02010600000101010101" charset="-122"/>
              </a:rPr>
              <a:t>工艺员</a:t>
            </a:r>
            <a:r>
              <a:rPr lang="zh-CN" altLang="en-US" sz="1400" b="1">
                <a:solidFill>
                  <a:schemeClr val="tx1"/>
                </a:solidFill>
                <a:latin typeface="+mn-ea"/>
                <a:cs typeface="+mn-ea"/>
                <a:sym typeface="汉仪粗圆简" panose="02010600000101010101" charset="-122"/>
              </a:rPr>
              <a:t>：</a:t>
            </a:r>
            <a:br>
              <a:rPr lang="zh-CN" altLang="en-US" sz="1400" b="1">
                <a:solidFill>
                  <a:schemeClr val="tx1"/>
                </a:solidFill>
                <a:latin typeface="+mn-ea"/>
                <a:cs typeface="+mn-ea"/>
                <a:sym typeface="汉仪粗圆简" panose="02010600000101010101" charset="-122"/>
              </a:rPr>
            </a:br>
            <a:r>
              <a:rPr lang="zh-CN" altLang="en-US" sz="1400" b="1">
                <a:solidFill>
                  <a:schemeClr val="tx1"/>
                </a:solidFill>
                <a:latin typeface="+mn-ea"/>
                <a:cs typeface="+mn-ea"/>
                <a:sym typeface="汉仪粗圆简" panose="02010600000101010101" charset="-122"/>
              </a:rPr>
              <a:t>程序</a:t>
            </a:r>
            <a:r>
              <a:rPr lang="zh-CN" altLang="en-US" sz="1400" b="1">
                <a:solidFill>
                  <a:schemeClr val="tx1"/>
                </a:solidFill>
                <a:latin typeface="+mn-ea"/>
                <a:cs typeface="+mn-ea"/>
                <a:sym typeface="汉仪粗圆简" panose="02010600000101010101" charset="-122"/>
              </a:rPr>
              <a:t>管理责任人</a:t>
            </a:r>
            <a:endParaRPr lang="zh-CN" altLang="en-US" sz="1400" b="1">
              <a:solidFill>
                <a:schemeClr val="tx1"/>
              </a:solidFill>
              <a:latin typeface="+mn-ea"/>
              <a:cs typeface="+mn-ea"/>
              <a:sym typeface="汉仪粗圆简" panose="02010600000101010101" charset="-122"/>
            </a:endParaRPr>
          </a:p>
        </p:txBody>
      </p:sp>
      <p:sp>
        <p:nvSpPr>
          <p:cNvPr id="42" name="任意多边形: 形状 267"/>
          <p:cNvSpPr/>
          <p:nvPr>
            <p:custDataLst>
              <p:tags r:id="rId23"/>
            </p:custDataLst>
          </p:nvPr>
        </p:nvSpPr>
        <p:spPr>
          <a:xfrm>
            <a:off x="4947920" y="639445"/>
            <a:ext cx="1881505" cy="1064260"/>
          </a:xfrm>
          <a:custGeom>
            <a:avLst/>
            <a:gdLst>
              <a:gd name="connsiteX0" fmla="*/ 1074626 w 3335020"/>
              <a:gd name="connsiteY0" fmla="*/ 472641 h 2735580"/>
              <a:gd name="connsiteX1" fmla="*/ 938343 w 3335020"/>
              <a:gd name="connsiteY1" fmla="*/ 442142 h 2735580"/>
              <a:gd name="connsiteX2" fmla="*/ 372171 w 3335020"/>
              <a:gd name="connsiteY2" fmla="*/ 890618 h 2735580"/>
              <a:gd name="connsiteX3" fmla="*/ 410771 w 3335020"/>
              <a:gd name="connsiteY3" fmla="*/ 1213160 h 2735580"/>
              <a:gd name="connsiteX4" fmla="*/ 4289 w 3335020"/>
              <a:gd name="connsiteY4" fmla="*/ 1856781 h 2735580"/>
              <a:gd name="connsiteX5" fmla="*/ 632357 w 3335020"/>
              <a:gd name="connsiteY5" fmla="*/ 2261929 h 2735580"/>
              <a:gd name="connsiteX6" fmla="*/ 682210 w 3335020"/>
              <a:gd name="connsiteY6" fmla="*/ 2244147 h 2735580"/>
              <a:gd name="connsiteX7" fmla="*/ 1655428 w 3335020"/>
              <a:gd name="connsiteY7" fmla="*/ 2510307 h 2735580"/>
              <a:gd name="connsiteX8" fmla="*/ 2385678 w 3335020"/>
              <a:gd name="connsiteY8" fmla="*/ 2646593 h 2735580"/>
              <a:gd name="connsiteX9" fmla="*/ 2622007 w 3335020"/>
              <a:gd name="connsiteY9" fmla="*/ 2199131 h 2735580"/>
              <a:gd name="connsiteX10" fmla="*/ 3018698 w 3335020"/>
              <a:gd name="connsiteY10" fmla="*/ 2187877 h 2735580"/>
              <a:gd name="connsiteX11" fmla="*/ 3020274 w 3335020"/>
              <a:gd name="connsiteY11" fmla="*/ 1207420 h 2735580"/>
              <a:gd name="connsiteX12" fmla="*/ 2842916 w 3335020"/>
              <a:gd name="connsiteY12" fmla="*/ 1168819 h 2735580"/>
              <a:gd name="connsiteX13" fmla="*/ 2357995 w 3335020"/>
              <a:gd name="connsiteY13" fmla="*/ 394200 h 2735580"/>
              <a:gd name="connsiteX14" fmla="*/ 2116941 w 3335020"/>
              <a:gd name="connsiteY14" fmla="*/ 441354 h 2735580"/>
              <a:gd name="connsiteX15" fmla="*/ 1809266 w 3335020"/>
              <a:gd name="connsiteY15" fmla="*/ 39358 h 2735580"/>
              <a:gd name="connsiteX16" fmla="*/ 1134045 w 3335020"/>
              <a:gd name="connsiteY16" fmla="*/ 263315 h 2735580"/>
              <a:gd name="connsiteX17" fmla="*/ 1074963 w 3335020"/>
              <a:gd name="connsiteY17" fmla="*/ 472415 h 2735580"/>
              <a:gd name="connsiteX18" fmla="*/ 1074626 w 3335020"/>
              <a:gd name="connsiteY18" fmla="*/ 472641 h 2735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335020" h="2735580" extrusionOk="0">
                <a:moveTo>
                  <a:pt x="1074626" y="472641"/>
                </a:moveTo>
                <a:cubicBezTo>
                  <a:pt x="1024827" y="451854"/>
                  <a:pt x="983886" y="445807"/>
                  <a:pt x="938343" y="442142"/>
                </a:cubicBezTo>
                <a:cubicBezTo>
                  <a:pt x="747626" y="432388"/>
                  <a:pt x="399512" y="552732"/>
                  <a:pt x="372171" y="890618"/>
                </a:cubicBezTo>
                <a:cubicBezTo>
                  <a:pt x="337406" y="1025742"/>
                  <a:pt x="364290" y="1131796"/>
                  <a:pt x="410771" y="1213160"/>
                </a:cubicBezTo>
                <a:cubicBezTo>
                  <a:pt x="116275" y="1239210"/>
                  <a:pt x="-9590" y="1513700"/>
                  <a:pt x="4289" y="1856781"/>
                </a:cubicBezTo>
                <a:cubicBezTo>
                  <a:pt x="72721" y="2131701"/>
                  <a:pt x="395100" y="2288391"/>
                  <a:pt x="632357" y="2261929"/>
                </a:cubicBezTo>
                <a:cubicBezTo>
                  <a:pt x="649031" y="2256331"/>
                  <a:pt x="663941" y="2252724"/>
                  <a:pt x="682210" y="2244147"/>
                </a:cubicBezTo>
                <a:cubicBezTo>
                  <a:pt x="686974" y="2714314"/>
                  <a:pt x="1374813" y="2967805"/>
                  <a:pt x="1655428" y="2510307"/>
                </a:cubicBezTo>
                <a:cubicBezTo>
                  <a:pt x="1845592" y="2741414"/>
                  <a:pt x="2145106" y="2798557"/>
                  <a:pt x="2385678" y="2646593"/>
                </a:cubicBezTo>
                <a:cubicBezTo>
                  <a:pt x="2541139" y="2557240"/>
                  <a:pt x="2664090" y="2409155"/>
                  <a:pt x="2622007" y="2199131"/>
                </a:cubicBezTo>
                <a:cubicBezTo>
                  <a:pt x="2741307" y="2252186"/>
                  <a:pt x="2862462" y="2244889"/>
                  <a:pt x="3018698" y="2187877"/>
                </a:cubicBezTo>
                <a:cubicBezTo>
                  <a:pt x="3425886" y="2086339"/>
                  <a:pt x="3514080" y="1450219"/>
                  <a:pt x="3020274" y="1207420"/>
                </a:cubicBezTo>
                <a:cubicBezTo>
                  <a:pt x="2971473" y="1177887"/>
                  <a:pt x="2904272" y="1169306"/>
                  <a:pt x="2842916" y="1168819"/>
                </a:cubicBezTo>
                <a:cubicBezTo>
                  <a:pt x="2890133" y="870893"/>
                  <a:pt x="2727927" y="352252"/>
                  <a:pt x="2357995" y="394200"/>
                </a:cubicBezTo>
                <a:cubicBezTo>
                  <a:pt x="2268570" y="393930"/>
                  <a:pt x="2185434" y="393859"/>
                  <a:pt x="2116941" y="441354"/>
                </a:cubicBezTo>
                <a:cubicBezTo>
                  <a:pt x="2093015" y="243026"/>
                  <a:pt x="1963941" y="131254"/>
                  <a:pt x="1809266" y="39358"/>
                </a:cubicBezTo>
                <a:cubicBezTo>
                  <a:pt x="1583399" y="-43742"/>
                  <a:pt x="1299774" y="38327"/>
                  <a:pt x="1134045" y="263315"/>
                </a:cubicBezTo>
                <a:cubicBezTo>
                  <a:pt x="1100066" y="342415"/>
                  <a:pt x="1091490" y="393000"/>
                  <a:pt x="1074963" y="472415"/>
                </a:cubicBezTo>
                <a:cubicBezTo>
                  <a:pt x="1074844" y="472474"/>
                  <a:pt x="1074764" y="472533"/>
                  <a:pt x="1074626" y="472641"/>
                </a:cubicBezTo>
                <a:close/>
              </a:path>
            </a:pathLst>
          </a:custGeom>
          <a:noFill/>
          <a:ln w="2222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400">
              <a:buClrTx/>
              <a:buSzTx/>
              <a:buFontTx/>
            </a:pPr>
            <a:endParaRPr lang="zh-CN" altLang="en-US" sz="2700">
              <a:solidFill>
                <a:schemeClr val="lt1">
                  <a:lumMod val="100000"/>
                </a:schemeClr>
              </a:solidFill>
              <a:latin typeface="汉仪粗圆简" panose="02010600000101010101" charset="-122"/>
              <a:ea typeface="汉仪粗圆简" panose="02010600000101010101" charset="-122"/>
              <a:cs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43" name="任意多边形: 形状 13"/>
          <p:cNvSpPr/>
          <p:nvPr>
            <p:custDataLst>
              <p:tags r:id="rId24"/>
            </p:custDataLst>
          </p:nvPr>
        </p:nvSpPr>
        <p:spPr>
          <a:xfrm rot="652946" flipH="1">
            <a:off x="11380157" y="1830259"/>
            <a:ext cx="93184" cy="84528"/>
          </a:xfrm>
          <a:custGeom>
            <a:avLst/>
            <a:gdLst>
              <a:gd name="connsiteX0" fmla="*/ 12363 w 53310"/>
              <a:gd name="connsiteY0" fmla="*/ 11339 h 66638"/>
              <a:gd name="connsiteX1" fmla="*/ 11297 w 53310"/>
              <a:gd name="connsiteY1" fmla="*/ 20135 h 66638"/>
              <a:gd name="connsiteX2" fmla="*/ 27290 w 53310"/>
              <a:gd name="connsiteY2" fmla="*/ 44125 h 66638"/>
              <a:gd name="connsiteX3" fmla="*/ 44216 w 53310"/>
              <a:gd name="connsiteY3" fmla="*/ 67315 h 66638"/>
              <a:gd name="connsiteX4" fmla="*/ 49547 w 53310"/>
              <a:gd name="connsiteY4" fmla="*/ 64250 h 66638"/>
              <a:gd name="connsiteX5" fmla="*/ 36353 w 53310"/>
              <a:gd name="connsiteY5" fmla="*/ 37728 h 66638"/>
              <a:gd name="connsiteX6" fmla="*/ 21026 w 53310"/>
              <a:gd name="connsiteY6" fmla="*/ 12405 h 66638"/>
              <a:gd name="connsiteX7" fmla="*/ 12363 w 53310"/>
              <a:gd name="connsiteY7" fmla="*/ 11339 h 66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0" h="236">
                <a:moveTo>
                  <a:pt x="97" y="39"/>
                </a:moveTo>
                <a:cubicBezTo>
                  <a:pt x="90" y="44"/>
                  <a:pt x="90" y="53"/>
                  <a:pt x="94" y="60"/>
                </a:cubicBezTo>
                <a:cubicBezTo>
                  <a:pt x="107" y="79"/>
                  <a:pt x="120" y="98"/>
                  <a:pt x="132" y="117"/>
                </a:cubicBezTo>
                <a:cubicBezTo>
                  <a:pt x="145" y="136"/>
                  <a:pt x="159" y="154"/>
                  <a:pt x="173" y="173"/>
                </a:cubicBezTo>
                <a:cubicBezTo>
                  <a:pt x="178" y="179"/>
                  <a:pt x="189" y="173"/>
                  <a:pt x="185" y="165"/>
                </a:cubicBezTo>
                <a:cubicBezTo>
                  <a:pt x="176" y="144"/>
                  <a:pt x="166" y="122"/>
                  <a:pt x="154" y="102"/>
                </a:cubicBezTo>
                <a:cubicBezTo>
                  <a:pt x="142" y="82"/>
                  <a:pt x="130" y="62"/>
                  <a:pt x="118" y="42"/>
                </a:cubicBezTo>
                <a:cubicBezTo>
                  <a:pt x="114" y="35"/>
                  <a:pt x="103" y="34"/>
                  <a:pt x="97" y="39"/>
                </a:cubicBezTo>
                <a:close/>
                <a:moveTo>
                  <a:pt x="220" y="1"/>
                </a:moveTo>
                <a:cubicBezTo>
                  <a:pt x="214" y="3"/>
                  <a:pt x="211" y="11"/>
                  <a:pt x="213" y="17"/>
                </a:cubicBezTo>
                <a:cubicBezTo>
                  <a:pt x="218" y="36"/>
                  <a:pt x="224" y="55"/>
                  <a:pt x="229" y="74"/>
                </a:cubicBezTo>
                <a:cubicBezTo>
                  <a:pt x="234" y="93"/>
                  <a:pt x="241" y="111"/>
                  <a:pt x="248" y="130"/>
                </a:cubicBezTo>
                <a:cubicBezTo>
                  <a:pt x="250" y="136"/>
                  <a:pt x="261" y="134"/>
                  <a:pt x="260" y="127"/>
                </a:cubicBezTo>
                <a:cubicBezTo>
                  <a:pt x="258" y="107"/>
                  <a:pt x="256" y="87"/>
                  <a:pt x="251" y="67"/>
                </a:cubicBezTo>
                <a:cubicBezTo>
                  <a:pt x="247" y="47"/>
                  <a:pt x="242" y="28"/>
                  <a:pt x="237" y="8"/>
                </a:cubicBezTo>
                <a:cubicBezTo>
                  <a:pt x="235" y="2"/>
                  <a:pt x="226" y="-2"/>
                  <a:pt x="220" y="1"/>
                </a:cubicBezTo>
                <a:close/>
                <a:moveTo>
                  <a:pt x="2" y="143"/>
                </a:moveTo>
                <a:cubicBezTo>
                  <a:pt x="-2" y="150"/>
                  <a:pt x="0" y="158"/>
                  <a:pt x="7" y="163"/>
                </a:cubicBezTo>
                <a:cubicBezTo>
                  <a:pt x="25" y="175"/>
                  <a:pt x="43" y="187"/>
                  <a:pt x="61" y="200"/>
                </a:cubicBezTo>
                <a:cubicBezTo>
                  <a:pt x="79" y="213"/>
                  <a:pt x="98" y="223"/>
                  <a:pt x="117" y="235"/>
                </a:cubicBezTo>
                <a:cubicBezTo>
                  <a:pt x="123" y="239"/>
                  <a:pt x="131" y="230"/>
                  <a:pt x="126" y="224"/>
                </a:cubicBezTo>
                <a:cubicBezTo>
                  <a:pt x="109" y="208"/>
                  <a:pt x="93" y="192"/>
                  <a:pt x="75" y="179"/>
                </a:cubicBezTo>
                <a:cubicBezTo>
                  <a:pt x="58" y="165"/>
                  <a:pt x="40" y="151"/>
                  <a:pt x="22" y="138"/>
                </a:cubicBezTo>
                <a:cubicBezTo>
                  <a:pt x="15" y="134"/>
                  <a:pt x="6" y="137"/>
                  <a:pt x="2" y="143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 sz="3200">
              <a:solidFill>
                <a:schemeClr val="tx1"/>
              </a:solidFill>
              <a:latin typeface="仓耳小丸子" panose="02020400000000000000" pitchFamily="18" charset="-122"/>
              <a:ea typeface="仓耳小丸子" panose="02020400000000000000" pitchFamily="18" charset="-122"/>
              <a:cs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46" name="任意多边形: 形状 13"/>
          <p:cNvSpPr/>
          <p:nvPr>
            <p:custDataLst>
              <p:tags r:id="rId25"/>
            </p:custDataLst>
          </p:nvPr>
        </p:nvSpPr>
        <p:spPr>
          <a:xfrm rot="652946" flipH="1">
            <a:off x="7308343" y="1830980"/>
            <a:ext cx="93184" cy="84528"/>
          </a:xfrm>
          <a:custGeom>
            <a:avLst/>
            <a:gdLst>
              <a:gd name="connsiteX0" fmla="*/ 12363 w 53310"/>
              <a:gd name="connsiteY0" fmla="*/ 11339 h 66638"/>
              <a:gd name="connsiteX1" fmla="*/ 11297 w 53310"/>
              <a:gd name="connsiteY1" fmla="*/ 20135 h 66638"/>
              <a:gd name="connsiteX2" fmla="*/ 27290 w 53310"/>
              <a:gd name="connsiteY2" fmla="*/ 44125 h 66638"/>
              <a:gd name="connsiteX3" fmla="*/ 44216 w 53310"/>
              <a:gd name="connsiteY3" fmla="*/ 67315 h 66638"/>
              <a:gd name="connsiteX4" fmla="*/ 49547 w 53310"/>
              <a:gd name="connsiteY4" fmla="*/ 64250 h 66638"/>
              <a:gd name="connsiteX5" fmla="*/ 36353 w 53310"/>
              <a:gd name="connsiteY5" fmla="*/ 37728 h 66638"/>
              <a:gd name="connsiteX6" fmla="*/ 21026 w 53310"/>
              <a:gd name="connsiteY6" fmla="*/ 12405 h 66638"/>
              <a:gd name="connsiteX7" fmla="*/ 12363 w 53310"/>
              <a:gd name="connsiteY7" fmla="*/ 11339 h 66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0" h="236">
                <a:moveTo>
                  <a:pt x="97" y="39"/>
                </a:moveTo>
                <a:cubicBezTo>
                  <a:pt x="90" y="44"/>
                  <a:pt x="90" y="53"/>
                  <a:pt x="94" y="60"/>
                </a:cubicBezTo>
                <a:cubicBezTo>
                  <a:pt x="107" y="79"/>
                  <a:pt x="120" y="98"/>
                  <a:pt x="132" y="117"/>
                </a:cubicBezTo>
                <a:cubicBezTo>
                  <a:pt x="145" y="136"/>
                  <a:pt x="159" y="154"/>
                  <a:pt x="173" y="173"/>
                </a:cubicBezTo>
                <a:cubicBezTo>
                  <a:pt x="178" y="179"/>
                  <a:pt x="189" y="173"/>
                  <a:pt x="185" y="165"/>
                </a:cubicBezTo>
                <a:cubicBezTo>
                  <a:pt x="176" y="144"/>
                  <a:pt x="166" y="122"/>
                  <a:pt x="154" y="102"/>
                </a:cubicBezTo>
                <a:cubicBezTo>
                  <a:pt x="142" y="82"/>
                  <a:pt x="130" y="62"/>
                  <a:pt x="118" y="42"/>
                </a:cubicBezTo>
                <a:cubicBezTo>
                  <a:pt x="114" y="35"/>
                  <a:pt x="103" y="34"/>
                  <a:pt x="97" y="39"/>
                </a:cubicBezTo>
                <a:close/>
                <a:moveTo>
                  <a:pt x="220" y="1"/>
                </a:moveTo>
                <a:cubicBezTo>
                  <a:pt x="214" y="3"/>
                  <a:pt x="211" y="11"/>
                  <a:pt x="213" y="17"/>
                </a:cubicBezTo>
                <a:cubicBezTo>
                  <a:pt x="218" y="36"/>
                  <a:pt x="224" y="55"/>
                  <a:pt x="229" y="74"/>
                </a:cubicBezTo>
                <a:cubicBezTo>
                  <a:pt x="234" y="93"/>
                  <a:pt x="241" y="111"/>
                  <a:pt x="248" y="130"/>
                </a:cubicBezTo>
                <a:cubicBezTo>
                  <a:pt x="250" y="136"/>
                  <a:pt x="261" y="134"/>
                  <a:pt x="260" y="127"/>
                </a:cubicBezTo>
                <a:cubicBezTo>
                  <a:pt x="258" y="107"/>
                  <a:pt x="256" y="87"/>
                  <a:pt x="251" y="67"/>
                </a:cubicBezTo>
                <a:cubicBezTo>
                  <a:pt x="247" y="47"/>
                  <a:pt x="242" y="28"/>
                  <a:pt x="237" y="8"/>
                </a:cubicBezTo>
                <a:cubicBezTo>
                  <a:pt x="235" y="2"/>
                  <a:pt x="226" y="-2"/>
                  <a:pt x="220" y="1"/>
                </a:cubicBezTo>
                <a:close/>
                <a:moveTo>
                  <a:pt x="2" y="143"/>
                </a:moveTo>
                <a:cubicBezTo>
                  <a:pt x="-2" y="150"/>
                  <a:pt x="0" y="158"/>
                  <a:pt x="7" y="163"/>
                </a:cubicBezTo>
                <a:cubicBezTo>
                  <a:pt x="25" y="175"/>
                  <a:pt x="43" y="187"/>
                  <a:pt x="61" y="200"/>
                </a:cubicBezTo>
                <a:cubicBezTo>
                  <a:pt x="79" y="213"/>
                  <a:pt x="98" y="223"/>
                  <a:pt x="117" y="235"/>
                </a:cubicBezTo>
                <a:cubicBezTo>
                  <a:pt x="123" y="239"/>
                  <a:pt x="131" y="230"/>
                  <a:pt x="126" y="224"/>
                </a:cubicBezTo>
                <a:cubicBezTo>
                  <a:pt x="109" y="208"/>
                  <a:pt x="93" y="192"/>
                  <a:pt x="75" y="179"/>
                </a:cubicBezTo>
                <a:cubicBezTo>
                  <a:pt x="58" y="165"/>
                  <a:pt x="40" y="151"/>
                  <a:pt x="22" y="138"/>
                </a:cubicBezTo>
                <a:cubicBezTo>
                  <a:pt x="15" y="134"/>
                  <a:pt x="6" y="137"/>
                  <a:pt x="2" y="143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 sz="3200">
              <a:solidFill>
                <a:schemeClr val="tx1"/>
              </a:solidFill>
              <a:latin typeface="仓耳小丸子" panose="02020400000000000000" pitchFamily="18" charset="-122"/>
              <a:ea typeface="仓耳小丸子" panose="02020400000000000000" pitchFamily="18" charset="-122"/>
              <a:cs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47" name="任意多边形: 形状 13"/>
          <p:cNvSpPr/>
          <p:nvPr>
            <p:custDataLst>
              <p:tags r:id="rId26"/>
            </p:custDataLst>
          </p:nvPr>
        </p:nvSpPr>
        <p:spPr>
          <a:xfrm rot="652946" flipH="1">
            <a:off x="4729272" y="1820509"/>
            <a:ext cx="93184" cy="84528"/>
          </a:xfrm>
          <a:custGeom>
            <a:avLst/>
            <a:gdLst>
              <a:gd name="connsiteX0" fmla="*/ 12363 w 53310"/>
              <a:gd name="connsiteY0" fmla="*/ 11339 h 66638"/>
              <a:gd name="connsiteX1" fmla="*/ 11297 w 53310"/>
              <a:gd name="connsiteY1" fmla="*/ 20135 h 66638"/>
              <a:gd name="connsiteX2" fmla="*/ 27290 w 53310"/>
              <a:gd name="connsiteY2" fmla="*/ 44125 h 66638"/>
              <a:gd name="connsiteX3" fmla="*/ 44216 w 53310"/>
              <a:gd name="connsiteY3" fmla="*/ 67315 h 66638"/>
              <a:gd name="connsiteX4" fmla="*/ 49547 w 53310"/>
              <a:gd name="connsiteY4" fmla="*/ 64250 h 66638"/>
              <a:gd name="connsiteX5" fmla="*/ 36353 w 53310"/>
              <a:gd name="connsiteY5" fmla="*/ 37728 h 66638"/>
              <a:gd name="connsiteX6" fmla="*/ 21026 w 53310"/>
              <a:gd name="connsiteY6" fmla="*/ 12405 h 66638"/>
              <a:gd name="connsiteX7" fmla="*/ 12363 w 53310"/>
              <a:gd name="connsiteY7" fmla="*/ 11339 h 66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0" h="236">
                <a:moveTo>
                  <a:pt x="97" y="39"/>
                </a:moveTo>
                <a:cubicBezTo>
                  <a:pt x="90" y="44"/>
                  <a:pt x="90" y="53"/>
                  <a:pt x="94" y="60"/>
                </a:cubicBezTo>
                <a:cubicBezTo>
                  <a:pt x="107" y="79"/>
                  <a:pt x="120" y="98"/>
                  <a:pt x="132" y="117"/>
                </a:cubicBezTo>
                <a:cubicBezTo>
                  <a:pt x="145" y="136"/>
                  <a:pt x="159" y="154"/>
                  <a:pt x="173" y="173"/>
                </a:cubicBezTo>
                <a:cubicBezTo>
                  <a:pt x="178" y="179"/>
                  <a:pt x="189" y="173"/>
                  <a:pt x="185" y="165"/>
                </a:cubicBezTo>
                <a:cubicBezTo>
                  <a:pt x="176" y="144"/>
                  <a:pt x="166" y="122"/>
                  <a:pt x="154" y="102"/>
                </a:cubicBezTo>
                <a:cubicBezTo>
                  <a:pt x="142" y="82"/>
                  <a:pt x="130" y="62"/>
                  <a:pt x="118" y="42"/>
                </a:cubicBezTo>
                <a:cubicBezTo>
                  <a:pt x="114" y="35"/>
                  <a:pt x="103" y="34"/>
                  <a:pt x="97" y="39"/>
                </a:cubicBezTo>
                <a:close/>
                <a:moveTo>
                  <a:pt x="220" y="1"/>
                </a:moveTo>
                <a:cubicBezTo>
                  <a:pt x="214" y="3"/>
                  <a:pt x="211" y="11"/>
                  <a:pt x="213" y="17"/>
                </a:cubicBezTo>
                <a:cubicBezTo>
                  <a:pt x="218" y="36"/>
                  <a:pt x="224" y="55"/>
                  <a:pt x="229" y="74"/>
                </a:cubicBezTo>
                <a:cubicBezTo>
                  <a:pt x="234" y="93"/>
                  <a:pt x="241" y="111"/>
                  <a:pt x="248" y="130"/>
                </a:cubicBezTo>
                <a:cubicBezTo>
                  <a:pt x="250" y="136"/>
                  <a:pt x="261" y="134"/>
                  <a:pt x="260" y="127"/>
                </a:cubicBezTo>
                <a:cubicBezTo>
                  <a:pt x="258" y="107"/>
                  <a:pt x="256" y="87"/>
                  <a:pt x="251" y="67"/>
                </a:cubicBezTo>
                <a:cubicBezTo>
                  <a:pt x="247" y="47"/>
                  <a:pt x="242" y="28"/>
                  <a:pt x="237" y="8"/>
                </a:cubicBezTo>
                <a:cubicBezTo>
                  <a:pt x="235" y="2"/>
                  <a:pt x="226" y="-2"/>
                  <a:pt x="220" y="1"/>
                </a:cubicBezTo>
                <a:close/>
                <a:moveTo>
                  <a:pt x="2" y="143"/>
                </a:moveTo>
                <a:cubicBezTo>
                  <a:pt x="-2" y="150"/>
                  <a:pt x="0" y="158"/>
                  <a:pt x="7" y="163"/>
                </a:cubicBezTo>
                <a:cubicBezTo>
                  <a:pt x="25" y="175"/>
                  <a:pt x="43" y="187"/>
                  <a:pt x="61" y="200"/>
                </a:cubicBezTo>
                <a:cubicBezTo>
                  <a:pt x="79" y="213"/>
                  <a:pt x="98" y="223"/>
                  <a:pt x="117" y="235"/>
                </a:cubicBezTo>
                <a:cubicBezTo>
                  <a:pt x="123" y="239"/>
                  <a:pt x="131" y="230"/>
                  <a:pt x="126" y="224"/>
                </a:cubicBezTo>
                <a:cubicBezTo>
                  <a:pt x="109" y="208"/>
                  <a:pt x="93" y="192"/>
                  <a:pt x="75" y="179"/>
                </a:cubicBezTo>
                <a:cubicBezTo>
                  <a:pt x="58" y="165"/>
                  <a:pt x="40" y="151"/>
                  <a:pt x="22" y="138"/>
                </a:cubicBezTo>
                <a:cubicBezTo>
                  <a:pt x="15" y="134"/>
                  <a:pt x="6" y="137"/>
                  <a:pt x="2" y="143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 sz="3200">
              <a:solidFill>
                <a:schemeClr val="tx1"/>
              </a:solidFill>
              <a:latin typeface="仓耳小丸子" panose="02020400000000000000" pitchFamily="18" charset="-122"/>
              <a:ea typeface="仓耳小丸子" panose="02020400000000000000" pitchFamily="18" charset="-122"/>
              <a:cs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48" name="任意多边形: 形状 114"/>
          <p:cNvSpPr/>
          <p:nvPr>
            <p:custDataLst>
              <p:tags r:id="rId27"/>
            </p:custDataLst>
          </p:nvPr>
        </p:nvSpPr>
        <p:spPr>
          <a:xfrm>
            <a:off x="9232265" y="704215"/>
            <a:ext cx="1855470" cy="1031875"/>
          </a:xfrm>
          <a:custGeom>
            <a:avLst/>
            <a:gdLst>
              <a:gd name="connsiteX0" fmla="*/ 1617 w 5174"/>
              <a:gd name="connsiteY0" fmla="*/ 744 h 4304"/>
              <a:gd name="connsiteX1" fmla="*/ 1403 w 5174"/>
              <a:gd name="connsiteY1" fmla="*/ 696 h 4304"/>
              <a:gd name="connsiteX2" fmla="*/ 511 w 5174"/>
              <a:gd name="connsiteY2" fmla="*/ 1403 h 4304"/>
              <a:gd name="connsiteX3" fmla="*/ 572 w 5174"/>
              <a:gd name="connsiteY3" fmla="*/ 1910 h 4304"/>
              <a:gd name="connsiteX4" fmla="*/ 9 w 5174"/>
              <a:gd name="connsiteY4" fmla="*/ 2894 h 4304"/>
              <a:gd name="connsiteX5" fmla="*/ 921 w 5174"/>
              <a:gd name="connsiteY5" fmla="*/ 3562 h 4304"/>
              <a:gd name="connsiteX6" fmla="*/ 999 w 5174"/>
              <a:gd name="connsiteY6" fmla="*/ 3534 h 4304"/>
              <a:gd name="connsiteX7" fmla="*/ 2532 w 5174"/>
              <a:gd name="connsiteY7" fmla="*/ 3953 h 4304"/>
              <a:gd name="connsiteX8" fmla="*/ 3668 w 5174"/>
              <a:gd name="connsiteY8" fmla="*/ 4150 h 4304"/>
              <a:gd name="connsiteX9" fmla="*/ 4054 w 5174"/>
              <a:gd name="connsiteY9" fmla="*/ 3463 h 4304"/>
              <a:gd name="connsiteX10" fmla="*/ 4675 w 5174"/>
              <a:gd name="connsiteY10" fmla="*/ 3407 h 4304"/>
              <a:gd name="connsiteX11" fmla="*/ 4681 w 5174"/>
              <a:gd name="connsiteY11" fmla="*/ 1901 h 4304"/>
              <a:gd name="connsiteX12" fmla="*/ 4402 w 5174"/>
              <a:gd name="connsiteY12" fmla="*/ 1841 h 4304"/>
              <a:gd name="connsiteX13" fmla="*/ 3638 w 5174"/>
              <a:gd name="connsiteY13" fmla="*/ 621 h 4304"/>
              <a:gd name="connsiteX14" fmla="*/ 3259 w 5174"/>
              <a:gd name="connsiteY14" fmla="*/ 695 h 4304"/>
              <a:gd name="connsiteX15" fmla="*/ 2774 w 5174"/>
              <a:gd name="connsiteY15" fmla="*/ 62 h 4304"/>
              <a:gd name="connsiteX16" fmla="*/ 1711 w 5174"/>
              <a:gd name="connsiteY16" fmla="*/ 415 h 4304"/>
              <a:gd name="connsiteX17" fmla="*/ 1618 w 5174"/>
              <a:gd name="connsiteY17" fmla="*/ 744 h 4304"/>
              <a:gd name="connsiteX18" fmla="*/ 1617 w 5174"/>
              <a:gd name="connsiteY18" fmla="*/ 744 h 4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175" h="4305">
                <a:moveTo>
                  <a:pt x="1617" y="744"/>
                </a:moveTo>
                <a:cubicBezTo>
                  <a:pt x="1549" y="718"/>
                  <a:pt x="1476" y="701"/>
                  <a:pt x="1403" y="696"/>
                </a:cubicBezTo>
                <a:cubicBezTo>
                  <a:pt x="1078" y="676"/>
                  <a:pt x="614" y="869"/>
                  <a:pt x="511" y="1403"/>
                </a:cubicBezTo>
                <a:cubicBezTo>
                  <a:pt x="473" y="1599"/>
                  <a:pt x="501" y="1770"/>
                  <a:pt x="572" y="1910"/>
                </a:cubicBezTo>
                <a:cubicBezTo>
                  <a:pt x="180" y="1991"/>
                  <a:pt x="-48" y="2337"/>
                  <a:pt x="9" y="2894"/>
                </a:cubicBezTo>
                <a:cubicBezTo>
                  <a:pt x="53" y="3319"/>
                  <a:pt x="503" y="3694"/>
                  <a:pt x="921" y="3562"/>
                </a:cubicBezTo>
                <a:cubicBezTo>
                  <a:pt x="948" y="3553"/>
                  <a:pt x="974" y="3544"/>
                  <a:pt x="999" y="3534"/>
                </a:cubicBezTo>
                <a:cubicBezTo>
                  <a:pt x="1124" y="4310"/>
                  <a:pt x="2151" y="4589"/>
                  <a:pt x="2532" y="3953"/>
                </a:cubicBezTo>
                <a:cubicBezTo>
                  <a:pt x="2767" y="4281"/>
                  <a:pt x="3228" y="4375"/>
                  <a:pt x="3668" y="4150"/>
                </a:cubicBezTo>
                <a:cubicBezTo>
                  <a:pt x="3936" y="4013"/>
                  <a:pt x="4066" y="3750"/>
                  <a:pt x="4054" y="3463"/>
                </a:cubicBezTo>
                <a:cubicBezTo>
                  <a:pt x="4223" y="3518"/>
                  <a:pt x="4427" y="3483"/>
                  <a:pt x="4675" y="3407"/>
                </a:cubicBezTo>
                <a:cubicBezTo>
                  <a:pt x="5297" y="3218"/>
                  <a:pt x="5383" y="2191"/>
                  <a:pt x="4681" y="1901"/>
                </a:cubicBezTo>
                <a:cubicBezTo>
                  <a:pt x="4592" y="1866"/>
                  <a:pt x="4498" y="1845"/>
                  <a:pt x="4402" y="1841"/>
                </a:cubicBezTo>
                <a:cubicBezTo>
                  <a:pt x="4609" y="1350"/>
                  <a:pt x="4313" y="669"/>
                  <a:pt x="3638" y="621"/>
                </a:cubicBezTo>
                <a:cubicBezTo>
                  <a:pt x="3508" y="621"/>
                  <a:pt x="3379" y="646"/>
                  <a:pt x="3259" y="695"/>
                </a:cubicBezTo>
                <a:cubicBezTo>
                  <a:pt x="3218" y="429"/>
                  <a:pt x="3062" y="181"/>
                  <a:pt x="2774" y="62"/>
                </a:cubicBezTo>
                <a:cubicBezTo>
                  <a:pt x="2426" y="-82"/>
                  <a:pt x="1917" y="19"/>
                  <a:pt x="1711" y="415"/>
                </a:cubicBezTo>
                <a:cubicBezTo>
                  <a:pt x="1658" y="517"/>
                  <a:pt x="1627" y="629"/>
                  <a:pt x="1618" y="744"/>
                </a:cubicBezTo>
                <a:lnTo>
                  <a:pt x="1617" y="744"/>
                </a:lnTo>
                <a:close/>
              </a:path>
            </a:pathLst>
          </a:custGeom>
          <a:solidFill>
            <a:srgbClr val="00B0F0"/>
          </a:solidFill>
          <a:ln w="127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>
                <a:solidFill>
                  <a:srgbClr val="FF0000"/>
                </a:solidFill>
                <a:latin typeface="+mn-ea"/>
                <a:cs typeface="+mn-ea"/>
                <a:sym typeface="汉仪粗圆简" panose="02010600000101010101" charset="-122"/>
              </a:rPr>
              <a:t>线边仓</a:t>
            </a:r>
            <a:r>
              <a:rPr lang="zh-CN" altLang="en-US" sz="1400" b="1">
                <a:solidFill>
                  <a:schemeClr val="tx1"/>
                </a:solidFill>
                <a:latin typeface="+mn-ea"/>
                <a:cs typeface="+mn-ea"/>
                <a:sym typeface="汉仪粗圆简" panose="02010600000101010101" charset="-122"/>
              </a:rPr>
              <a:t>：</a:t>
            </a:r>
            <a:br>
              <a:rPr lang="zh-CN" altLang="en-US" sz="1400" b="1">
                <a:solidFill>
                  <a:schemeClr val="tx1"/>
                </a:solidFill>
                <a:latin typeface="+mn-ea"/>
                <a:cs typeface="+mn-ea"/>
                <a:sym typeface="汉仪粗圆简" panose="02010600000101010101" charset="-122"/>
              </a:rPr>
            </a:br>
            <a:r>
              <a:rPr lang="zh-CN" altLang="en-US" sz="1400" b="1">
                <a:solidFill>
                  <a:schemeClr val="tx1"/>
                </a:solidFill>
                <a:latin typeface="+mn-ea"/>
                <a:cs typeface="+mn-ea"/>
                <a:sym typeface="汉仪粗圆简" panose="02010600000101010101" charset="-122"/>
              </a:rPr>
              <a:t>退料检验闸口</a:t>
            </a:r>
            <a:endParaRPr lang="zh-CN" altLang="en-US" sz="1400" b="1">
              <a:solidFill>
                <a:schemeClr val="tx1"/>
              </a:solidFill>
              <a:latin typeface="+mn-ea"/>
              <a:cs typeface="+mn-ea"/>
              <a:sym typeface="汉仪粗圆简" panose="02010600000101010101" charset="-122"/>
            </a:endParaRPr>
          </a:p>
        </p:txBody>
      </p:sp>
      <p:sp>
        <p:nvSpPr>
          <p:cNvPr id="49" name="任意多边形: 形状 267"/>
          <p:cNvSpPr/>
          <p:nvPr>
            <p:custDataLst>
              <p:tags r:id="rId28"/>
            </p:custDataLst>
          </p:nvPr>
        </p:nvSpPr>
        <p:spPr>
          <a:xfrm>
            <a:off x="9206230" y="690880"/>
            <a:ext cx="1881505" cy="1064260"/>
          </a:xfrm>
          <a:custGeom>
            <a:avLst/>
            <a:gdLst>
              <a:gd name="connsiteX0" fmla="*/ 1074626 w 3335020"/>
              <a:gd name="connsiteY0" fmla="*/ 472641 h 2735580"/>
              <a:gd name="connsiteX1" fmla="*/ 938343 w 3335020"/>
              <a:gd name="connsiteY1" fmla="*/ 442142 h 2735580"/>
              <a:gd name="connsiteX2" fmla="*/ 372171 w 3335020"/>
              <a:gd name="connsiteY2" fmla="*/ 890618 h 2735580"/>
              <a:gd name="connsiteX3" fmla="*/ 410771 w 3335020"/>
              <a:gd name="connsiteY3" fmla="*/ 1213160 h 2735580"/>
              <a:gd name="connsiteX4" fmla="*/ 4289 w 3335020"/>
              <a:gd name="connsiteY4" fmla="*/ 1856781 h 2735580"/>
              <a:gd name="connsiteX5" fmla="*/ 632357 w 3335020"/>
              <a:gd name="connsiteY5" fmla="*/ 2261929 h 2735580"/>
              <a:gd name="connsiteX6" fmla="*/ 682210 w 3335020"/>
              <a:gd name="connsiteY6" fmla="*/ 2244147 h 2735580"/>
              <a:gd name="connsiteX7" fmla="*/ 1655428 w 3335020"/>
              <a:gd name="connsiteY7" fmla="*/ 2510307 h 2735580"/>
              <a:gd name="connsiteX8" fmla="*/ 2385678 w 3335020"/>
              <a:gd name="connsiteY8" fmla="*/ 2646593 h 2735580"/>
              <a:gd name="connsiteX9" fmla="*/ 2622007 w 3335020"/>
              <a:gd name="connsiteY9" fmla="*/ 2199131 h 2735580"/>
              <a:gd name="connsiteX10" fmla="*/ 3018698 w 3335020"/>
              <a:gd name="connsiteY10" fmla="*/ 2187877 h 2735580"/>
              <a:gd name="connsiteX11" fmla="*/ 3020274 w 3335020"/>
              <a:gd name="connsiteY11" fmla="*/ 1207420 h 2735580"/>
              <a:gd name="connsiteX12" fmla="*/ 2842916 w 3335020"/>
              <a:gd name="connsiteY12" fmla="*/ 1168819 h 2735580"/>
              <a:gd name="connsiteX13" fmla="*/ 2357995 w 3335020"/>
              <a:gd name="connsiteY13" fmla="*/ 394200 h 2735580"/>
              <a:gd name="connsiteX14" fmla="*/ 2116941 w 3335020"/>
              <a:gd name="connsiteY14" fmla="*/ 441354 h 2735580"/>
              <a:gd name="connsiteX15" fmla="*/ 1809266 w 3335020"/>
              <a:gd name="connsiteY15" fmla="*/ 39358 h 2735580"/>
              <a:gd name="connsiteX16" fmla="*/ 1134045 w 3335020"/>
              <a:gd name="connsiteY16" fmla="*/ 263315 h 2735580"/>
              <a:gd name="connsiteX17" fmla="*/ 1074963 w 3335020"/>
              <a:gd name="connsiteY17" fmla="*/ 472415 h 2735580"/>
              <a:gd name="connsiteX18" fmla="*/ 1074626 w 3335020"/>
              <a:gd name="connsiteY18" fmla="*/ 472641 h 2735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335020" h="2735580" extrusionOk="0">
                <a:moveTo>
                  <a:pt x="1074626" y="472641"/>
                </a:moveTo>
                <a:cubicBezTo>
                  <a:pt x="1024827" y="451854"/>
                  <a:pt x="983886" y="445807"/>
                  <a:pt x="938343" y="442142"/>
                </a:cubicBezTo>
                <a:cubicBezTo>
                  <a:pt x="747626" y="432388"/>
                  <a:pt x="399512" y="552732"/>
                  <a:pt x="372171" y="890618"/>
                </a:cubicBezTo>
                <a:cubicBezTo>
                  <a:pt x="337406" y="1025742"/>
                  <a:pt x="364290" y="1131796"/>
                  <a:pt x="410771" y="1213160"/>
                </a:cubicBezTo>
                <a:cubicBezTo>
                  <a:pt x="116275" y="1239210"/>
                  <a:pt x="-9590" y="1513700"/>
                  <a:pt x="4289" y="1856781"/>
                </a:cubicBezTo>
                <a:cubicBezTo>
                  <a:pt x="72721" y="2131701"/>
                  <a:pt x="395100" y="2288391"/>
                  <a:pt x="632357" y="2261929"/>
                </a:cubicBezTo>
                <a:cubicBezTo>
                  <a:pt x="649031" y="2256331"/>
                  <a:pt x="663941" y="2252724"/>
                  <a:pt x="682210" y="2244147"/>
                </a:cubicBezTo>
                <a:cubicBezTo>
                  <a:pt x="686974" y="2714314"/>
                  <a:pt x="1374813" y="2967805"/>
                  <a:pt x="1655428" y="2510307"/>
                </a:cubicBezTo>
                <a:cubicBezTo>
                  <a:pt x="1845592" y="2741414"/>
                  <a:pt x="2145106" y="2798557"/>
                  <a:pt x="2385678" y="2646593"/>
                </a:cubicBezTo>
                <a:cubicBezTo>
                  <a:pt x="2541139" y="2557240"/>
                  <a:pt x="2664090" y="2409155"/>
                  <a:pt x="2622007" y="2199131"/>
                </a:cubicBezTo>
                <a:cubicBezTo>
                  <a:pt x="2741307" y="2252186"/>
                  <a:pt x="2862462" y="2244889"/>
                  <a:pt x="3018698" y="2187877"/>
                </a:cubicBezTo>
                <a:cubicBezTo>
                  <a:pt x="3425886" y="2086339"/>
                  <a:pt x="3514080" y="1450219"/>
                  <a:pt x="3020274" y="1207420"/>
                </a:cubicBezTo>
                <a:cubicBezTo>
                  <a:pt x="2971473" y="1177887"/>
                  <a:pt x="2904272" y="1169306"/>
                  <a:pt x="2842916" y="1168819"/>
                </a:cubicBezTo>
                <a:cubicBezTo>
                  <a:pt x="2890133" y="870893"/>
                  <a:pt x="2727927" y="352252"/>
                  <a:pt x="2357995" y="394200"/>
                </a:cubicBezTo>
                <a:cubicBezTo>
                  <a:pt x="2268570" y="393930"/>
                  <a:pt x="2185434" y="393859"/>
                  <a:pt x="2116941" y="441354"/>
                </a:cubicBezTo>
                <a:cubicBezTo>
                  <a:pt x="2093015" y="243026"/>
                  <a:pt x="1963941" y="131254"/>
                  <a:pt x="1809266" y="39358"/>
                </a:cubicBezTo>
                <a:cubicBezTo>
                  <a:pt x="1583399" y="-43742"/>
                  <a:pt x="1299774" y="38327"/>
                  <a:pt x="1134045" y="263315"/>
                </a:cubicBezTo>
                <a:cubicBezTo>
                  <a:pt x="1100066" y="342415"/>
                  <a:pt x="1091490" y="393000"/>
                  <a:pt x="1074963" y="472415"/>
                </a:cubicBezTo>
                <a:cubicBezTo>
                  <a:pt x="1074844" y="472474"/>
                  <a:pt x="1074764" y="472533"/>
                  <a:pt x="1074626" y="472641"/>
                </a:cubicBezTo>
                <a:close/>
              </a:path>
            </a:pathLst>
          </a:custGeom>
          <a:noFill/>
          <a:ln w="2222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400">
              <a:buClrTx/>
              <a:buSzTx/>
              <a:buFontTx/>
            </a:pPr>
            <a:endParaRPr lang="zh-CN" altLang="en-US" sz="2700">
              <a:solidFill>
                <a:schemeClr val="lt1">
                  <a:lumMod val="100000"/>
                </a:schemeClr>
              </a:solidFill>
              <a:latin typeface="汉仪粗圆简" panose="02010600000101010101" charset="-122"/>
              <a:ea typeface="汉仪粗圆简" panose="02010600000101010101" charset="-122"/>
              <a:cs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50" name="任意多边形: 形状 264"/>
          <p:cNvSpPr/>
          <p:nvPr>
            <p:custDataLst>
              <p:tags r:id="rId29"/>
            </p:custDataLst>
          </p:nvPr>
        </p:nvSpPr>
        <p:spPr>
          <a:xfrm>
            <a:off x="4464412" y="1855863"/>
            <a:ext cx="364751" cy="353644"/>
          </a:xfrm>
          <a:custGeom>
            <a:avLst/>
            <a:gdLst>
              <a:gd name="connsiteX0" fmla="*/ 634199 w 646660"/>
              <a:gd name="connsiteY0" fmla="*/ 348526 h 626990"/>
              <a:gd name="connsiteX1" fmla="*/ 621070 w 646660"/>
              <a:gd name="connsiteY1" fmla="*/ 288569 h 626990"/>
              <a:gd name="connsiteX2" fmla="*/ 601865 w 646660"/>
              <a:gd name="connsiteY2" fmla="*/ 211567 h 626990"/>
              <a:gd name="connsiteX3" fmla="*/ 525050 w 646660"/>
              <a:gd name="connsiteY3" fmla="*/ 89305 h 626990"/>
              <a:gd name="connsiteX4" fmla="*/ 250122 w 646660"/>
              <a:gd name="connsiteY4" fmla="*/ 22099 h 626990"/>
              <a:gd name="connsiteX5" fmla="*/ 85713 w 646660"/>
              <a:gd name="connsiteY5" fmla="*/ 141815 h 626990"/>
              <a:gd name="connsiteX6" fmla="*/ 56711 w 646660"/>
              <a:gd name="connsiteY6" fmla="*/ 184920 h 626990"/>
              <a:gd name="connsiteX7" fmla="*/ 52596 w 646660"/>
              <a:gd name="connsiteY7" fmla="*/ 194326 h 626990"/>
              <a:gd name="connsiteX8" fmla="*/ 46522 w 646660"/>
              <a:gd name="connsiteY8" fmla="*/ 205885 h 626990"/>
              <a:gd name="connsiteX9" fmla="*/ 52988 w 646660"/>
              <a:gd name="connsiteY9" fmla="*/ 468045 h 626990"/>
              <a:gd name="connsiteX10" fmla="*/ 171347 w 646660"/>
              <a:gd name="connsiteY10" fmla="*/ 567972 h 626990"/>
              <a:gd name="connsiteX11" fmla="*/ 218572 w 646660"/>
              <a:gd name="connsiteY11" fmla="*/ 581689 h 626990"/>
              <a:gd name="connsiteX12" fmla="*/ 351237 w 646660"/>
              <a:gd name="connsiteY12" fmla="*/ 623226 h 626990"/>
              <a:gd name="connsiteX13" fmla="*/ 480960 w 646660"/>
              <a:gd name="connsiteY13" fmla="*/ 588938 h 626990"/>
              <a:gd name="connsiteX14" fmla="*/ 634199 w 646660"/>
              <a:gd name="connsiteY14" fmla="*/ 348526 h 626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46660" h="626990" extrusionOk="0">
                <a:moveTo>
                  <a:pt x="634199" y="348526"/>
                </a:moveTo>
                <a:cubicBezTo>
                  <a:pt x="632057" y="327599"/>
                  <a:pt x="623679" y="309365"/>
                  <a:pt x="621070" y="288569"/>
                </a:cubicBezTo>
                <a:cubicBezTo>
                  <a:pt x="616708" y="263664"/>
                  <a:pt x="604081" y="237199"/>
                  <a:pt x="601865" y="211567"/>
                </a:cubicBezTo>
                <a:cubicBezTo>
                  <a:pt x="584248" y="166975"/>
                  <a:pt x="562332" y="126668"/>
                  <a:pt x="525050" y="89305"/>
                </a:cubicBezTo>
                <a:cubicBezTo>
                  <a:pt x="449160" y="25173"/>
                  <a:pt x="345956" y="3147"/>
                  <a:pt x="250122" y="22099"/>
                </a:cubicBezTo>
                <a:cubicBezTo>
                  <a:pt x="195829" y="40575"/>
                  <a:pt x="129148" y="80881"/>
                  <a:pt x="85713" y="141815"/>
                </a:cubicBezTo>
                <a:cubicBezTo>
                  <a:pt x="71388" y="154822"/>
                  <a:pt x="64518" y="170037"/>
                  <a:pt x="56711" y="184920"/>
                </a:cubicBezTo>
                <a:cubicBezTo>
                  <a:pt x="55082" y="187268"/>
                  <a:pt x="53646" y="191635"/>
                  <a:pt x="52596" y="194326"/>
                </a:cubicBezTo>
                <a:cubicBezTo>
                  <a:pt x="50890" y="198495"/>
                  <a:pt x="48536" y="201979"/>
                  <a:pt x="46522" y="205885"/>
                </a:cubicBezTo>
                <a:cubicBezTo>
                  <a:pt x="-13221" y="285038"/>
                  <a:pt x="9016" y="396178"/>
                  <a:pt x="52988" y="468045"/>
                </a:cubicBezTo>
                <a:cubicBezTo>
                  <a:pt x="82775" y="512894"/>
                  <a:pt x="123759" y="553083"/>
                  <a:pt x="171347" y="567972"/>
                </a:cubicBezTo>
                <a:cubicBezTo>
                  <a:pt x="188036" y="576030"/>
                  <a:pt x="203537" y="579273"/>
                  <a:pt x="218572" y="581689"/>
                </a:cubicBezTo>
                <a:cubicBezTo>
                  <a:pt x="265058" y="596978"/>
                  <a:pt x="306323" y="614135"/>
                  <a:pt x="351237" y="623226"/>
                </a:cubicBezTo>
                <a:cubicBezTo>
                  <a:pt x="392340" y="624725"/>
                  <a:pt x="437947" y="608712"/>
                  <a:pt x="480960" y="588938"/>
                </a:cubicBezTo>
                <a:cubicBezTo>
                  <a:pt x="560665" y="542500"/>
                  <a:pt x="636003" y="435951"/>
                  <a:pt x="634199" y="348526"/>
                </a:cubicBezTo>
                <a:close/>
              </a:path>
            </a:pathLst>
          </a:custGeom>
          <a:noFill/>
          <a:ln w="19050" cap="flat">
            <a:solidFill>
              <a:schemeClr val="tx1">
                <a:lumMod val="75000"/>
                <a:lumOff val="25000"/>
              </a:schemeClr>
            </a:solidFill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3200" dirty="0">
              <a:solidFill>
                <a:schemeClr val="tx1"/>
              </a:solidFill>
              <a:latin typeface="仓耳小丸子" panose="02020400000000000000" pitchFamily="18" charset="-122"/>
              <a:ea typeface="仓耳小丸子" panose="02020400000000000000" pitchFamily="18" charset="-122"/>
              <a:cs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51" name="任意多边形: 形状 263"/>
          <p:cNvSpPr/>
          <p:nvPr>
            <p:custDataLst>
              <p:tags r:id="rId30"/>
            </p:custDataLst>
          </p:nvPr>
        </p:nvSpPr>
        <p:spPr>
          <a:xfrm>
            <a:off x="4479290" y="1879600"/>
            <a:ext cx="340995" cy="321310"/>
          </a:xfrm>
          <a:custGeom>
            <a:avLst/>
            <a:gdLst>
              <a:gd name="connsiteX0" fmla="*/ 431336 w 439811"/>
              <a:gd name="connsiteY0" fmla="*/ 237070 h 426483"/>
              <a:gd name="connsiteX1" fmla="*/ 422407 w 439811"/>
              <a:gd name="connsiteY1" fmla="*/ 196287 h 426483"/>
              <a:gd name="connsiteX2" fmla="*/ 409345 w 439811"/>
              <a:gd name="connsiteY2" fmla="*/ 143910 h 426483"/>
              <a:gd name="connsiteX3" fmla="*/ 357101 w 439811"/>
              <a:gd name="connsiteY3" fmla="*/ 60746 h 426483"/>
              <a:gd name="connsiteX4" fmla="*/ 170115 w 439811"/>
              <a:gd name="connsiteY4" fmla="*/ 15032 h 426483"/>
              <a:gd name="connsiteX5" fmla="*/ 58296 w 439811"/>
              <a:gd name="connsiteY5" fmla="*/ 96464 h 426483"/>
              <a:gd name="connsiteX6" fmla="*/ 38571 w 439811"/>
              <a:gd name="connsiteY6" fmla="*/ 125784 h 426483"/>
              <a:gd name="connsiteX7" fmla="*/ 35772 w 439811"/>
              <a:gd name="connsiteY7" fmla="*/ 132182 h 426483"/>
              <a:gd name="connsiteX8" fmla="*/ 31641 w 439811"/>
              <a:gd name="connsiteY8" fmla="*/ 140045 h 426483"/>
              <a:gd name="connsiteX9" fmla="*/ 36039 w 439811"/>
              <a:gd name="connsiteY9" fmla="*/ 318368 h 426483"/>
              <a:gd name="connsiteX10" fmla="*/ 116538 w 439811"/>
              <a:gd name="connsiteY10" fmla="*/ 386339 h 426483"/>
              <a:gd name="connsiteX11" fmla="*/ 148657 w 439811"/>
              <a:gd name="connsiteY11" fmla="*/ 395669 h 426483"/>
              <a:gd name="connsiteX12" fmla="*/ 238886 w 439811"/>
              <a:gd name="connsiteY12" fmla="*/ 423923 h 426483"/>
              <a:gd name="connsiteX13" fmla="*/ 327114 w 439811"/>
              <a:gd name="connsiteY13" fmla="*/ 400600 h 426483"/>
              <a:gd name="connsiteX14" fmla="*/ 431336 w 439811"/>
              <a:gd name="connsiteY14" fmla="*/ 237070 h 426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39811" h="426483">
                <a:moveTo>
                  <a:pt x="431336" y="237070"/>
                </a:moveTo>
                <a:cubicBezTo>
                  <a:pt x="430270" y="223076"/>
                  <a:pt x="426005" y="209748"/>
                  <a:pt x="422407" y="196287"/>
                </a:cubicBezTo>
                <a:cubicBezTo>
                  <a:pt x="417609" y="178961"/>
                  <a:pt x="414277" y="161236"/>
                  <a:pt x="409345" y="143910"/>
                </a:cubicBezTo>
                <a:cubicBezTo>
                  <a:pt x="400149" y="110857"/>
                  <a:pt x="382957" y="83402"/>
                  <a:pt x="357101" y="60746"/>
                </a:cubicBezTo>
                <a:cubicBezTo>
                  <a:pt x="310188" y="19696"/>
                  <a:pt x="230755" y="-28"/>
                  <a:pt x="170115" y="15032"/>
                </a:cubicBezTo>
                <a:cubicBezTo>
                  <a:pt x="123868" y="26494"/>
                  <a:pt x="86284" y="58213"/>
                  <a:pt x="58296" y="96464"/>
                </a:cubicBezTo>
                <a:cubicBezTo>
                  <a:pt x="50833" y="105660"/>
                  <a:pt x="44169" y="115389"/>
                  <a:pt x="38571" y="125784"/>
                </a:cubicBezTo>
                <a:cubicBezTo>
                  <a:pt x="37505" y="127783"/>
                  <a:pt x="36705" y="130049"/>
                  <a:pt x="35772" y="132182"/>
                </a:cubicBezTo>
                <a:cubicBezTo>
                  <a:pt x="34307" y="134847"/>
                  <a:pt x="32974" y="137379"/>
                  <a:pt x="31641" y="140045"/>
                </a:cubicBezTo>
                <a:cubicBezTo>
                  <a:pt x="3386" y="195888"/>
                  <a:pt x="721" y="265058"/>
                  <a:pt x="36039" y="318368"/>
                </a:cubicBezTo>
                <a:cubicBezTo>
                  <a:pt x="54964" y="346889"/>
                  <a:pt x="84018" y="374611"/>
                  <a:pt x="116538" y="386339"/>
                </a:cubicBezTo>
                <a:cubicBezTo>
                  <a:pt x="126667" y="389938"/>
                  <a:pt x="137596" y="393003"/>
                  <a:pt x="148657" y="395669"/>
                </a:cubicBezTo>
                <a:cubicBezTo>
                  <a:pt x="176779" y="409129"/>
                  <a:pt x="207166" y="423257"/>
                  <a:pt x="238886" y="423923"/>
                </a:cubicBezTo>
                <a:cubicBezTo>
                  <a:pt x="269805" y="424456"/>
                  <a:pt x="300192" y="415660"/>
                  <a:pt x="327114" y="400600"/>
                </a:cubicBezTo>
                <a:cubicBezTo>
                  <a:pt x="383223" y="369147"/>
                  <a:pt x="436800" y="305174"/>
                  <a:pt x="431336" y="237070"/>
                </a:cubicBezTo>
                <a:close/>
              </a:path>
            </a:pathLst>
          </a:custGeom>
          <a:solidFill>
            <a:schemeClr val="accent4"/>
          </a:solidFill>
          <a:ln w="127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600">
                <a:solidFill>
                  <a:srgbClr val="FFFFFF"/>
                </a:solidFill>
                <a:latin typeface="+mn-ea"/>
                <a:cs typeface="+mn-ea"/>
                <a:sym typeface="汉仪粗圆简" panose="02010600000101010101" charset="-122"/>
              </a:rPr>
              <a:t>01</a:t>
            </a:r>
            <a:endParaRPr lang="en-US" altLang="zh-CN" sz="1600">
              <a:solidFill>
                <a:srgbClr val="FFFFFF"/>
              </a:solidFill>
              <a:latin typeface="+mn-ea"/>
              <a:cs typeface="+mn-ea"/>
              <a:sym typeface="汉仪粗圆简" panose="02010600000101010101" charset="-122"/>
            </a:endParaRPr>
          </a:p>
        </p:txBody>
      </p:sp>
      <p:sp>
        <p:nvSpPr>
          <p:cNvPr id="52" name="任意多边形: 形状 263"/>
          <p:cNvSpPr/>
          <p:nvPr>
            <p:custDataLst>
              <p:tags r:id="rId31"/>
            </p:custDataLst>
          </p:nvPr>
        </p:nvSpPr>
        <p:spPr>
          <a:xfrm>
            <a:off x="5600995" y="1844252"/>
            <a:ext cx="376934" cy="365468"/>
          </a:xfrm>
          <a:custGeom>
            <a:avLst/>
            <a:gdLst>
              <a:gd name="connsiteX0" fmla="*/ 431336 w 439811"/>
              <a:gd name="connsiteY0" fmla="*/ 237070 h 426483"/>
              <a:gd name="connsiteX1" fmla="*/ 422407 w 439811"/>
              <a:gd name="connsiteY1" fmla="*/ 196287 h 426483"/>
              <a:gd name="connsiteX2" fmla="*/ 409345 w 439811"/>
              <a:gd name="connsiteY2" fmla="*/ 143910 h 426483"/>
              <a:gd name="connsiteX3" fmla="*/ 357101 w 439811"/>
              <a:gd name="connsiteY3" fmla="*/ 60746 h 426483"/>
              <a:gd name="connsiteX4" fmla="*/ 170115 w 439811"/>
              <a:gd name="connsiteY4" fmla="*/ 15032 h 426483"/>
              <a:gd name="connsiteX5" fmla="*/ 58296 w 439811"/>
              <a:gd name="connsiteY5" fmla="*/ 96464 h 426483"/>
              <a:gd name="connsiteX6" fmla="*/ 38571 w 439811"/>
              <a:gd name="connsiteY6" fmla="*/ 125784 h 426483"/>
              <a:gd name="connsiteX7" fmla="*/ 35772 w 439811"/>
              <a:gd name="connsiteY7" fmla="*/ 132182 h 426483"/>
              <a:gd name="connsiteX8" fmla="*/ 31641 w 439811"/>
              <a:gd name="connsiteY8" fmla="*/ 140045 h 426483"/>
              <a:gd name="connsiteX9" fmla="*/ 36039 w 439811"/>
              <a:gd name="connsiteY9" fmla="*/ 318368 h 426483"/>
              <a:gd name="connsiteX10" fmla="*/ 116538 w 439811"/>
              <a:gd name="connsiteY10" fmla="*/ 386339 h 426483"/>
              <a:gd name="connsiteX11" fmla="*/ 148657 w 439811"/>
              <a:gd name="connsiteY11" fmla="*/ 395669 h 426483"/>
              <a:gd name="connsiteX12" fmla="*/ 238886 w 439811"/>
              <a:gd name="connsiteY12" fmla="*/ 423923 h 426483"/>
              <a:gd name="connsiteX13" fmla="*/ 327114 w 439811"/>
              <a:gd name="connsiteY13" fmla="*/ 400600 h 426483"/>
              <a:gd name="connsiteX14" fmla="*/ 431336 w 439811"/>
              <a:gd name="connsiteY14" fmla="*/ 237070 h 426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39811" h="426483">
                <a:moveTo>
                  <a:pt x="431336" y="237070"/>
                </a:moveTo>
                <a:cubicBezTo>
                  <a:pt x="430270" y="223076"/>
                  <a:pt x="426005" y="209748"/>
                  <a:pt x="422407" y="196287"/>
                </a:cubicBezTo>
                <a:cubicBezTo>
                  <a:pt x="417609" y="178961"/>
                  <a:pt x="414277" y="161236"/>
                  <a:pt x="409345" y="143910"/>
                </a:cubicBezTo>
                <a:cubicBezTo>
                  <a:pt x="400149" y="110857"/>
                  <a:pt x="382957" y="83402"/>
                  <a:pt x="357101" y="60746"/>
                </a:cubicBezTo>
                <a:cubicBezTo>
                  <a:pt x="310188" y="19696"/>
                  <a:pt x="230755" y="-28"/>
                  <a:pt x="170115" y="15032"/>
                </a:cubicBezTo>
                <a:cubicBezTo>
                  <a:pt x="123868" y="26494"/>
                  <a:pt x="86284" y="58213"/>
                  <a:pt x="58296" y="96464"/>
                </a:cubicBezTo>
                <a:cubicBezTo>
                  <a:pt x="50833" y="105660"/>
                  <a:pt x="44169" y="115389"/>
                  <a:pt x="38571" y="125784"/>
                </a:cubicBezTo>
                <a:cubicBezTo>
                  <a:pt x="37505" y="127783"/>
                  <a:pt x="36705" y="130049"/>
                  <a:pt x="35772" y="132182"/>
                </a:cubicBezTo>
                <a:cubicBezTo>
                  <a:pt x="34307" y="134847"/>
                  <a:pt x="32974" y="137379"/>
                  <a:pt x="31641" y="140045"/>
                </a:cubicBezTo>
                <a:cubicBezTo>
                  <a:pt x="3386" y="195888"/>
                  <a:pt x="721" y="265058"/>
                  <a:pt x="36039" y="318368"/>
                </a:cubicBezTo>
                <a:cubicBezTo>
                  <a:pt x="54964" y="346889"/>
                  <a:pt x="84018" y="374611"/>
                  <a:pt x="116538" y="386339"/>
                </a:cubicBezTo>
                <a:cubicBezTo>
                  <a:pt x="126667" y="389938"/>
                  <a:pt x="137596" y="393003"/>
                  <a:pt x="148657" y="395669"/>
                </a:cubicBezTo>
                <a:cubicBezTo>
                  <a:pt x="176779" y="409129"/>
                  <a:pt x="207166" y="423257"/>
                  <a:pt x="238886" y="423923"/>
                </a:cubicBezTo>
                <a:cubicBezTo>
                  <a:pt x="269805" y="424456"/>
                  <a:pt x="300192" y="415660"/>
                  <a:pt x="327114" y="400600"/>
                </a:cubicBezTo>
                <a:cubicBezTo>
                  <a:pt x="383223" y="369147"/>
                  <a:pt x="436800" y="305174"/>
                  <a:pt x="431336" y="237070"/>
                </a:cubicBezTo>
                <a:close/>
              </a:path>
            </a:pathLst>
          </a:custGeom>
          <a:solidFill>
            <a:schemeClr val="accent5"/>
          </a:solidFill>
          <a:ln w="127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600">
                <a:solidFill>
                  <a:srgbClr val="FFFFFF"/>
                </a:solidFill>
                <a:latin typeface="+mn-ea"/>
                <a:cs typeface="+mn-ea"/>
                <a:sym typeface="汉仪粗圆简" panose="02010600000101010101" charset="-122"/>
              </a:rPr>
              <a:t>02</a:t>
            </a:r>
            <a:endParaRPr lang="en-US" altLang="zh-CN" sz="1600">
              <a:solidFill>
                <a:srgbClr val="FFFFFF"/>
              </a:solidFill>
              <a:latin typeface="+mn-ea"/>
              <a:cs typeface="+mn-ea"/>
              <a:sym typeface="汉仪粗圆简" panose="02010600000101010101" charset="-122"/>
            </a:endParaRPr>
          </a:p>
        </p:txBody>
      </p:sp>
      <p:sp>
        <p:nvSpPr>
          <p:cNvPr id="53" name="任意多边形: 形状 264"/>
          <p:cNvSpPr/>
          <p:nvPr>
            <p:custDataLst>
              <p:tags r:id="rId32"/>
            </p:custDataLst>
          </p:nvPr>
        </p:nvSpPr>
        <p:spPr>
          <a:xfrm>
            <a:off x="5613692" y="1877795"/>
            <a:ext cx="364751" cy="353644"/>
          </a:xfrm>
          <a:custGeom>
            <a:avLst/>
            <a:gdLst>
              <a:gd name="connsiteX0" fmla="*/ 634199 w 646660"/>
              <a:gd name="connsiteY0" fmla="*/ 348526 h 626990"/>
              <a:gd name="connsiteX1" fmla="*/ 621070 w 646660"/>
              <a:gd name="connsiteY1" fmla="*/ 288569 h 626990"/>
              <a:gd name="connsiteX2" fmla="*/ 601865 w 646660"/>
              <a:gd name="connsiteY2" fmla="*/ 211567 h 626990"/>
              <a:gd name="connsiteX3" fmla="*/ 525050 w 646660"/>
              <a:gd name="connsiteY3" fmla="*/ 89305 h 626990"/>
              <a:gd name="connsiteX4" fmla="*/ 250122 w 646660"/>
              <a:gd name="connsiteY4" fmla="*/ 22099 h 626990"/>
              <a:gd name="connsiteX5" fmla="*/ 85713 w 646660"/>
              <a:gd name="connsiteY5" fmla="*/ 141815 h 626990"/>
              <a:gd name="connsiteX6" fmla="*/ 56711 w 646660"/>
              <a:gd name="connsiteY6" fmla="*/ 184920 h 626990"/>
              <a:gd name="connsiteX7" fmla="*/ 52596 w 646660"/>
              <a:gd name="connsiteY7" fmla="*/ 194326 h 626990"/>
              <a:gd name="connsiteX8" fmla="*/ 46522 w 646660"/>
              <a:gd name="connsiteY8" fmla="*/ 205885 h 626990"/>
              <a:gd name="connsiteX9" fmla="*/ 52988 w 646660"/>
              <a:gd name="connsiteY9" fmla="*/ 468045 h 626990"/>
              <a:gd name="connsiteX10" fmla="*/ 171347 w 646660"/>
              <a:gd name="connsiteY10" fmla="*/ 567972 h 626990"/>
              <a:gd name="connsiteX11" fmla="*/ 218572 w 646660"/>
              <a:gd name="connsiteY11" fmla="*/ 581689 h 626990"/>
              <a:gd name="connsiteX12" fmla="*/ 351237 w 646660"/>
              <a:gd name="connsiteY12" fmla="*/ 623226 h 626990"/>
              <a:gd name="connsiteX13" fmla="*/ 480960 w 646660"/>
              <a:gd name="connsiteY13" fmla="*/ 588938 h 626990"/>
              <a:gd name="connsiteX14" fmla="*/ 634199 w 646660"/>
              <a:gd name="connsiteY14" fmla="*/ 348526 h 626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46660" h="626990" extrusionOk="0">
                <a:moveTo>
                  <a:pt x="634199" y="348526"/>
                </a:moveTo>
                <a:cubicBezTo>
                  <a:pt x="632057" y="327599"/>
                  <a:pt x="623679" y="309365"/>
                  <a:pt x="621070" y="288569"/>
                </a:cubicBezTo>
                <a:cubicBezTo>
                  <a:pt x="616708" y="263664"/>
                  <a:pt x="604081" y="237199"/>
                  <a:pt x="601865" y="211567"/>
                </a:cubicBezTo>
                <a:cubicBezTo>
                  <a:pt x="584248" y="166975"/>
                  <a:pt x="562332" y="126668"/>
                  <a:pt x="525050" y="89305"/>
                </a:cubicBezTo>
                <a:cubicBezTo>
                  <a:pt x="449160" y="25173"/>
                  <a:pt x="345956" y="3147"/>
                  <a:pt x="250122" y="22099"/>
                </a:cubicBezTo>
                <a:cubicBezTo>
                  <a:pt x="195829" y="40575"/>
                  <a:pt x="129148" y="80881"/>
                  <a:pt x="85713" y="141815"/>
                </a:cubicBezTo>
                <a:cubicBezTo>
                  <a:pt x="71388" y="154822"/>
                  <a:pt x="64518" y="170037"/>
                  <a:pt x="56711" y="184920"/>
                </a:cubicBezTo>
                <a:cubicBezTo>
                  <a:pt x="55082" y="187268"/>
                  <a:pt x="53646" y="191635"/>
                  <a:pt x="52596" y="194326"/>
                </a:cubicBezTo>
                <a:cubicBezTo>
                  <a:pt x="50890" y="198495"/>
                  <a:pt x="48536" y="201979"/>
                  <a:pt x="46522" y="205885"/>
                </a:cubicBezTo>
                <a:cubicBezTo>
                  <a:pt x="-13221" y="285038"/>
                  <a:pt x="9016" y="396178"/>
                  <a:pt x="52988" y="468045"/>
                </a:cubicBezTo>
                <a:cubicBezTo>
                  <a:pt x="82775" y="512894"/>
                  <a:pt x="123759" y="553083"/>
                  <a:pt x="171347" y="567972"/>
                </a:cubicBezTo>
                <a:cubicBezTo>
                  <a:pt x="188036" y="576030"/>
                  <a:pt x="203537" y="579273"/>
                  <a:pt x="218572" y="581689"/>
                </a:cubicBezTo>
                <a:cubicBezTo>
                  <a:pt x="265058" y="596978"/>
                  <a:pt x="306323" y="614135"/>
                  <a:pt x="351237" y="623226"/>
                </a:cubicBezTo>
                <a:cubicBezTo>
                  <a:pt x="392340" y="624725"/>
                  <a:pt x="437947" y="608712"/>
                  <a:pt x="480960" y="588938"/>
                </a:cubicBezTo>
                <a:cubicBezTo>
                  <a:pt x="560665" y="542500"/>
                  <a:pt x="636003" y="435951"/>
                  <a:pt x="634199" y="348526"/>
                </a:cubicBezTo>
                <a:close/>
              </a:path>
            </a:pathLst>
          </a:custGeom>
          <a:noFill/>
          <a:ln w="19050" cap="flat">
            <a:solidFill>
              <a:schemeClr val="tx1">
                <a:lumMod val="75000"/>
                <a:lumOff val="25000"/>
              </a:schemeClr>
            </a:solidFill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3200" dirty="0">
              <a:solidFill>
                <a:schemeClr val="tx1"/>
              </a:solidFill>
              <a:latin typeface="仓耳小丸子" panose="02020400000000000000" pitchFamily="18" charset="-122"/>
              <a:ea typeface="仓耳小丸子" panose="02020400000000000000" pitchFamily="18" charset="-122"/>
              <a:cs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55" name="任意多边形: 形状 264"/>
          <p:cNvSpPr/>
          <p:nvPr>
            <p:custDataLst>
              <p:tags r:id="rId33"/>
            </p:custDataLst>
          </p:nvPr>
        </p:nvSpPr>
        <p:spPr>
          <a:xfrm>
            <a:off x="6959962" y="1846973"/>
            <a:ext cx="364751" cy="353644"/>
          </a:xfrm>
          <a:custGeom>
            <a:avLst/>
            <a:gdLst>
              <a:gd name="connsiteX0" fmla="*/ 634199 w 646660"/>
              <a:gd name="connsiteY0" fmla="*/ 348526 h 626990"/>
              <a:gd name="connsiteX1" fmla="*/ 621070 w 646660"/>
              <a:gd name="connsiteY1" fmla="*/ 288569 h 626990"/>
              <a:gd name="connsiteX2" fmla="*/ 601865 w 646660"/>
              <a:gd name="connsiteY2" fmla="*/ 211567 h 626990"/>
              <a:gd name="connsiteX3" fmla="*/ 525050 w 646660"/>
              <a:gd name="connsiteY3" fmla="*/ 89305 h 626990"/>
              <a:gd name="connsiteX4" fmla="*/ 250122 w 646660"/>
              <a:gd name="connsiteY4" fmla="*/ 22099 h 626990"/>
              <a:gd name="connsiteX5" fmla="*/ 85713 w 646660"/>
              <a:gd name="connsiteY5" fmla="*/ 141815 h 626990"/>
              <a:gd name="connsiteX6" fmla="*/ 56711 w 646660"/>
              <a:gd name="connsiteY6" fmla="*/ 184920 h 626990"/>
              <a:gd name="connsiteX7" fmla="*/ 52596 w 646660"/>
              <a:gd name="connsiteY7" fmla="*/ 194326 h 626990"/>
              <a:gd name="connsiteX8" fmla="*/ 46522 w 646660"/>
              <a:gd name="connsiteY8" fmla="*/ 205885 h 626990"/>
              <a:gd name="connsiteX9" fmla="*/ 52988 w 646660"/>
              <a:gd name="connsiteY9" fmla="*/ 468045 h 626990"/>
              <a:gd name="connsiteX10" fmla="*/ 171347 w 646660"/>
              <a:gd name="connsiteY10" fmla="*/ 567972 h 626990"/>
              <a:gd name="connsiteX11" fmla="*/ 218572 w 646660"/>
              <a:gd name="connsiteY11" fmla="*/ 581689 h 626990"/>
              <a:gd name="connsiteX12" fmla="*/ 351237 w 646660"/>
              <a:gd name="connsiteY12" fmla="*/ 623226 h 626990"/>
              <a:gd name="connsiteX13" fmla="*/ 480960 w 646660"/>
              <a:gd name="connsiteY13" fmla="*/ 588938 h 626990"/>
              <a:gd name="connsiteX14" fmla="*/ 634199 w 646660"/>
              <a:gd name="connsiteY14" fmla="*/ 348526 h 626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46660" h="626990" extrusionOk="0">
                <a:moveTo>
                  <a:pt x="634199" y="348526"/>
                </a:moveTo>
                <a:cubicBezTo>
                  <a:pt x="632057" y="327599"/>
                  <a:pt x="623679" y="309365"/>
                  <a:pt x="621070" y="288569"/>
                </a:cubicBezTo>
                <a:cubicBezTo>
                  <a:pt x="616708" y="263664"/>
                  <a:pt x="604081" y="237199"/>
                  <a:pt x="601865" y="211567"/>
                </a:cubicBezTo>
                <a:cubicBezTo>
                  <a:pt x="584248" y="166975"/>
                  <a:pt x="562332" y="126668"/>
                  <a:pt x="525050" y="89305"/>
                </a:cubicBezTo>
                <a:cubicBezTo>
                  <a:pt x="449160" y="25173"/>
                  <a:pt x="345956" y="3147"/>
                  <a:pt x="250122" y="22099"/>
                </a:cubicBezTo>
                <a:cubicBezTo>
                  <a:pt x="195829" y="40575"/>
                  <a:pt x="129148" y="80881"/>
                  <a:pt x="85713" y="141815"/>
                </a:cubicBezTo>
                <a:cubicBezTo>
                  <a:pt x="71388" y="154822"/>
                  <a:pt x="64518" y="170037"/>
                  <a:pt x="56711" y="184920"/>
                </a:cubicBezTo>
                <a:cubicBezTo>
                  <a:pt x="55082" y="187268"/>
                  <a:pt x="53646" y="191635"/>
                  <a:pt x="52596" y="194326"/>
                </a:cubicBezTo>
                <a:cubicBezTo>
                  <a:pt x="50890" y="198495"/>
                  <a:pt x="48536" y="201979"/>
                  <a:pt x="46522" y="205885"/>
                </a:cubicBezTo>
                <a:cubicBezTo>
                  <a:pt x="-13221" y="285038"/>
                  <a:pt x="9016" y="396178"/>
                  <a:pt x="52988" y="468045"/>
                </a:cubicBezTo>
                <a:cubicBezTo>
                  <a:pt x="82775" y="512894"/>
                  <a:pt x="123759" y="553083"/>
                  <a:pt x="171347" y="567972"/>
                </a:cubicBezTo>
                <a:cubicBezTo>
                  <a:pt x="188036" y="576030"/>
                  <a:pt x="203537" y="579273"/>
                  <a:pt x="218572" y="581689"/>
                </a:cubicBezTo>
                <a:cubicBezTo>
                  <a:pt x="265058" y="596978"/>
                  <a:pt x="306323" y="614135"/>
                  <a:pt x="351237" y="623226"/>
                </a:cubicBezTo>
                <a:cubicBezTo>
                  <a:pt x="392340" y="624725"/>
                  <a:pt x="437947" y="608712"/>
                  <a:pt x="480960" y="588938"/>
                </a:cubicBezTo>
                <a:cubicBezTo>
                  <a:pt x="560665" y="542500"/>
                  <a:pt x="636003" y="435951"/>
                  <a:pt x="634199" y="348526"/>
                </a:cubicBezTo>
                <a:close/>
              </a:path>
            </a:pathLst>
          </a:custGeom>
          <a:noFill/>
          <a:ln w="19050" cap="flat">
            <a:solidFill>
              <a:schemeClr val="tx1">
                <a:lumMod val="75000"/>
                <a:lumOff val="25000"/>
              </a:schemeClr>
            </a:solidFill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3200" dirty="0">
              <a:solidFill>
                <a:schemeClr val="tx1"/>
              </a:solidFill>
              <a:latin typeface="仓耳小丸子" panose="02020400000000000000" pitchFamily="18" charset="-122"/>
              <a:ea typeface="仓耳小丸子" panose="02020400000000000000" pitchFamily="18" charset="-122"/>
              <a:cs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56" name="任意多边形: 形状 263"/>
          <p:cNvSpPr/>
          <p:nvPr>
            <p:custDataLst>
              <p:tags r:id="rId34"/>
            </p:custDataLst>
          </p:nvPr>
        </p:nvSpPr>
        <p:spPr>
          <a:xfrm>
            <a:off x="6960235" y="1853565"/>
            <a:ext cx="340995" cy="321310"/>
          </a:xfrm>
          <a:custGeom>
            <a:avLst/>
            <a:gdLst>
              <a:gd name="connsiteX0" fmla="*/ 431336 w 439811"/>
              <a:gd name="connsiteY0" fmla="*/ 237070 h 426483"/>
              <a:gd name="connsiteX1" fmla="*/ 422407 w 439811"/>
              <a:gd name="connsiteY1" fmla="*/ 196287 h 426483"/>
              <a:gd name="connsiteX2" fmla="*/ 409345 w 439811"/>
              <a:gd name="connsiteY2" fmla="*/ 143910 h 426483"/>
              <a:gd name="connsiteX3" fmla="*/ 357101 w 439811"/>
              <a:gd name="connsiteY3" fmla="*/ 60746 h 426483"/>
              <a:gd name="connsiteX4" fmla="*/ 170115 w 439811"/>
              <a:gd name="connsiteY4" fmla="*/ 15032 h 426483"/>
              <a:gd name="connsiteX5" fmla="*/ 58296 w 439811"/>
              <a:gd name="connsiteY5" fmla="*/ 96464 h 426483"/>
              <a:gd name="connsiteX6" fmla="*/ 38571 w 439811"/>
              <a:gd name="connsiteY6" fmla="*/ 125784 h 426483"/>
              <a:gd name="connsiteX7" fmla="*/ 35772 w 439811"/>
              <a:gd name="connsiteY7" fmla="*/ 132182 h 426483"/>
              <a:gd name="connsiteX8" fmla="*/ 31641 w 439811"/>
              <a:gd name="connsiteY8" fmla="*/ 140045 h 426483"/>
              <a:gd name="connsiteX9" fmla="*/ 36039 w 439811"/>
              <a:gd name="connsiteY9" fmla="*/ 318368 h 426483"/>
              <a:gd name="connsiteX10" fmla="*/ 116538 w 439811"/>
              <a:gd name="connsiteY10" fmla="*/ 386339 h 426483"/>
              <a:gd name="connsiteX11" fmla="*/ 148657 w 439811"/>
              <a:gd name="connsiteY11" fmla="*/ 395669 h 426483"/>
              <a:gd name="connsiteX12" fmla="*/ 238886 w 439811"/>
              <a:gd name="connsiteY12" fmla="*/ 423923 h 426483"/>
              <a:gd name="connsiteX13" fmla="*/ 327114 w 439811"/>
              <a:gd name="connsiteY13" fmla="*/ 400600 h 426483"/>
              <a:gd name="connsiteX14" fmla="*/ 431336 w 439811"/>
              <a:gd name="connsiteY14" fmla="*/ 237070 h 426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39811" h="426483">
                <a:moveTo>
                  <a:pt x="431336" y="237070"/>
                </a:moveTo>
                <a:cubicBezTo>
                  <a:pt x="430270" y="223076"/>
                  <a:pt x="426005" y="209748"/>
                  <a:pt x="422407" y="196287"/>
                </a:cubicBezTo>
                <a:cubicBezTo>
                  <a:pt x="417609" y="178961"/>
                  <a:pt x="414277" y="161236"/>
                  <a:pt x="409345" y="143910"/>
                </a:cubicBezTo>
                <a:cubicBezTo>
                  <a:pt x="400149" y="110857"/>
                  <a:pt x="382957" y="83402"/>
                  <a:pt x="357101" y="60746"/>
                </a:cubicBezTo>
                <a:cubicBezTo>
                  <a:pt x="310188" y="19696"/>
                  <a:pt x="230755" y="-28"/>
                  <a:pt x="170115" y="15032"/>
                </a:cubicBezTo>
                <a:cubicBezTo>
                  <a:pt x="123868" y="26494"/>
                  <a:pt x="86284" y="58213"/>
                  <a:pt x="58296" y="96464"/>
                </a:cubicBezTo>
                <a:cubicBezTo>
                  <a:pt x="50833" y="105660"/>
                  <a:pt x="44169" y="115389"/>
                  <a:pt x="38571" y="125784"/>
                </a:cubicBezTo>
                <a:cubicBezTo>
                  <a:pt x="37505" y="127783"/>
                  <a:pt x="36705" y="130049"/>
                  <a:pt x="35772" y="132182"/>
                </a:cubicBezTo>
                <a:cubicBezTo>
                  <a:pt x="34307" y="134847"/>
                  <a:pt x="32974" y="137379"/>
                  <a:pt x="31641" y="140045"/>
                </a:cubicBezTo>
                <a:cubicBezTo>
                  <a:pt x="3386" y="195888"/>
                  <a:pt x="721" y="265058"/>
                  <a:pt x="36039" y="318368"/>
                </a:cubicBezTo>
                <a:cubicBezTo>
                  <a:pt x="54964" y="346889"/>
                  <a:pt x="84018" y="374611"/>
                  <a:pt x="116538" y="386339"/>
                </a:cubicBezTo>
                <a:cubicBezTo>
                  <a:pt x="126667" y="389938"/>
                  <a:pt x="137596" y="393003"/>
                  <a:pt x="148657" y="395669"/>
                </a:cubicBezTo>
                <a:cubicBezTo>
                  <a:pt x="176779" y="409129"/>
                  <a:pt x="207166" y="423257"/>
                  <a:pt x="238886" y="423923"/>
                </a:cubicBezTo>
                <a:cubicBezTo>
                  <a:pt x="269805" y="424456"/>
                  <a:pt x="300192" y="415660"/>
                  <a:pt x="327114" y="400600"/>
                </a:cubicBezTo>
                <a:cubicBezTo>
                  <a:pt x="383223" y="369147"/>
                  <a:pt x="436800" y="305174"/>
                  <a:pt x="431336" y="237070"/>
                </a:cubicBezTo>
                <a:close/>
              </a:path>
            </a:pathLst>
          </a:custGeom>
          <a:solidFill>
            <a:schemeClr val="accent4"/>
          </a:solidFill>
          <a:ln w="127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600">
                <a:solidFill>
                  <a:srgbClr val="FFFFFF"/>
                </a:solidFill>
                <a:latin typeface="+mn-ea"/>
                <a:cs typeface="+mn-ea"/>
                <a:sym typeface="汉仪粗圆简" panose="02010600000101010101" charset="-122"/>
              </a:rPr>
              <a:t>03</a:t>
            </a:r>
            <a:endParaRPr lang="en-US" altLang="zh-CN" sz="1600">
              <a:solidFill>
                <a:srgbClr val="FFFFFF"/>
              </a:solidFill>
              <a:latin typeface="+mn-ea"/>
              <a:cs typeface="+mn-ea"/>
              <a:sym typeface="汉仪粗圆简" panose="02010600000101010101" charset="-122"/>
            </a:endParaRPr>
          </a:p>
        </p:txBody>
      </p:sp>
      <p:sp>
        <p:nvSpPr>
          <p:cNvPr id="58" name="任意多边形: 形状 264"/>
          <p:cNvSpPr/>
          <p:nvPr>
            <p:custDataLst>
              <p:tags r:id="rId35"/>
            </p:custDataLst>
          </p:nvPr>
        </p:nvSpPr>
        <p:spPr>
          <a:xfrm>
            <a:off x="8699862" y="1843798"/>
            <a:ext cx="364751" cy="353644"/>
          </a:xfrm>
          <a:custGeom>
            <a:avLst/>
            <a:gdLst>
              <a:gd name="connsiteX0" fmla="*/ 634199 w 646660"/>
              <a:gd name="connsiteY0" fmla="*/ 348526 h 626990"/>
              <a:gd name="connsiteX1" fmla="*/ 621070 w 646660"/>
              <a:gd name="connsiteY1" fmla="*/ 288569 h 626990"/>
              <a:gd name="connsiteX2" fmla="*/ 601865 w 646660"/>
              <a:gd name="connsiteY2" fmla="*/ 211567 h 626990"/>
              <a:gd name="connsiteX3" fmla="*/ 525050 w 646660"/>
              <a:gd name="connsiteY3" fmla="*/ 89305 h 626990"/>
              <a:gd name="connsiteX4" fmla="*/ 250122 w 646660"/>
              <a:gd name="connsiteY4" fmla="*/ 22099 h 626990"/>
              <a:gd name="connsiteX5" fmla="*/ 85713 w 646660"/>
              <a:gd name="connsiteY5" fmla="*/ 141815 h 626990"/>
              <a:gd name="connsiteX6" fmla="*/ 56711 w 646660"/>
              <a:gd name="connsiteY6" fmla="*/ 184920 h 626990"/>
              <a:gd name="connsiteX7" fmla="*/ 52596 w 646660"/>
              <a:gd name="connsiteY7" fmla="*/ 194326 h 626990"/>
              <a:gd name="connsiteX8" fmla="*/ 46522 w 646660"/>
              <a:gd name="connsiteY8" fmla="*/ 205885 h 626990"/>
              <a:gd name="connsiteX9" fmla="*/ 52988 w 646660"/>
              <a:gd name="connsiteY9" fmla="*/ 468045 h 626990"/>
              <a:gd name="connsiteX10" fmla="*/ 171347 w 646660"/>
              <a:gd name="connsiteY10" fmla="*/ 567972 h 626990"/>
              <a:gd name="connsiteX11" fmla="*/ 218572 w 646660"/>
              <a:gd name="connsiteY11" fmla="*/ 581689 h 626990"/>
              <a:gd name="connsiteX12" fmla="*/ 351237 w 646660"/>
              <a:gd name="connsiteY12" fmla="*/ 623226 h 626990"/>
              <a:gd name="connsiteX13" fmla="*/ 480960 w 646660"/>
              <a:gd name="connsiteY13" fmla="*/ 588938 h 626990"/>
              <a:gd name="connsiteX14" fmla="*/ 634199 w 646660"/>
              <a:gd name="connsiteY14" fmla="*/ 348526 h 626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46660" h="626990" extrusionOk="0">
                <a:moveTo>
                  <a:pt x="634199" y="348526"/>
                </a:moveTo>
                <a:cubicBezTo>
                  <a:pt x="632057" y="327599"/>
                  <a:pt x="623679" y="309365"/>
                  <a:pt x="621070" y="288569"/>
                </a:cubicBezTo>
                <a:cubicBezTo>
                  <a:pt x="616708" y="263664"/>
                  <a:pt x="604081" y="237199"/>
                  <a:pt x="601865" y="211567"/>
                </a:cubicBezTo>
                <a:cubicBezTo>
                  <a:pt x="584248" y="166975"/>
                  <a:pt x="562332" y="126668"/>
                  <a:pt x="525050" y="89305"/>
                </a:cubicBezTo>
                <a:cubicBezTo>
                  <a:pt x="449160" y="25173"/>
                  <a:pt x="345956" y="3147"/>
                  <a:pt x="250122" y="22099"/>
                </a:cubicBezTo>
                <a:cubicBezTo>
                  <a:pt x="195829" y="40575"/>
                  <a:pt x="129148" y="80881"/>
                  <a:pt x="85713" y="141815"/>
                </a:cubicBezTo>
                <a:cubicBezTo>
                  <a:pt x="71388" y="154822"/>
                  <a:pt x="64518" y="170037"/>
                  <a:pt x="56711" y="184920"/>
                </a:cubicBezTo>
                <a:cubicBezTo>
                  <a:pt x="55082" y="187268"/>
                  <a:pt x="53646" y="191635"/>
                  <a:pt x="52596" y="194326"/>
                </a:cubicBezTo>
                <a:cubicBezTo>
                  <a:pt x="50890" y="198495"/>
                  <a:pt x="48536" y="201979"/>
                  <a:pt x="46522" y="205885"/>
                </a:cubicBezTo>
                <a:cubicBezTo>
                  <a:pt x="-13221" y="285038"/>
                  <a:pt x="9016" y="396178"/>
                  <a:pt x="52988" y="468045"/>
                </a:cubicBezTo>
                <a:cubicBezTo>
                  <a:pt x="82775" y="512894"/>
                  <a:pt x="123759" y="553083"/>
                  <a:pt x="171347" y="567972"/>
                </a:cubicBezTo>
                <a:cubicBezTo>
                  <a:pt x="188036" y="576030"/>
                  <a:pt x="203537" y="579273"/>
                  <a:pt x="218572" y="581689"/>
                </a:cubicBezTo>
                <a:cubicBezTo>
                  <a:pt x="265058" y="596978"/>
                  <a:pt x="306323" y="614135"/>
                  <a:pt x="351237" y="623226"/>
                </a:cubicBezTo>
                <a:cubicBezTo>
                  <a:pt x="392340" y="624725"/>
                  <a:pt x="437947" y="608712"/>
                  <a:pt x="480960" y="588938"/>
                </a:cubicBezTo>
                <a:cubicBezTo>
                  <a:pt x="560665" y="542500"/>
                  <a:pt x="636003" y="435951"/>
                  <a:pt x="634199" y="348526"/>
                </a:cubicBezTo>
                <a:close/>
              </a:path>
            </a:pathLst>
          </a:custGeom>
          <a:noFill/>
          <a:ln w="19050" cap="flat">
            <a:solidFill>
              <a:schemeClr val="tx1">
                <a:lumMod val="75000"/>
                <a:lumOff val="25000"/>
              </a:schemeClr>
            </a:solidFill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3200" dirty="0">
              <a:solidFill>
                <a:schemeClr val="tx1"/>
              </a:solidFill>
              <a:latin typeface="仓耳小丸子" panose="02020400000000000000" pitchFamily="18" charset="-122"/>
              <a:ea typeface="仓耳小丸子" panose="02020400000000000000" pitchFamily="18" charset="-122"/>
              <a:cs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59" name="任意多边形: 形状 263"/>
          <p:cNvSpPr/>
          <p:nvPr>
            <p:custDataLst>
              <p:tags r:id="rId36"/>
            </p:custDataLst>
          </p:nvPr>
        </p:nvSpPr>
        <p:spPr>
          <a:xfrm>
            <a:off x="8709025" y="1866265"/>
            <a:ext cx="340995" cy="321310"/>
          </a:xfrm>
          <a:custGeom>
            <a:avLst/>
            <a:gdLst>
              <a:gd name="connsiteX0" fmla="*/ 431336 w 439811"/>
              <a:gd name="connsiteY0" fmla="*/ 237070 h 426483"/>
              <a:gd name="connsiteX1" fmla="*/ 422407 w 439811"/>
              <a:gd name="connsiteY1" fmla="*/ 196287 h 426483"/>
              <a:gd name="connsiteX2" fmla="*/ 409345 w 439811"/>
              <a:gd name="connsiteY2" fmla="*/ 143910 h 426483"/>
              <a:gd name="connsiteX3" fmla="*/ 357101 w 439811"/>
              <a:gd name="connsiteY3" fmla="*/ 60746 h 426483"/>
              <a:gd name="connsiteX4" fmla="*/ 170115 w 439811"/>
              <a:gd name="connsiteY4" fmla="*/ 15032 h 426483"/>
              <a:gd name="connsiteX5" fmla="*/ 58296 w 439811"/>
              <a:gd name="connsiteY5" fmla="*/ 96464 h 426483"/>
              <a:gd name="connsiteX6" fmla="*/ 38571 w 439811"/>
              <a:gd name="connsiteY6" fmla="*/ 125784 h 426483"/>
              <a:gd name="connsiteX7" fmla="*/ 35772 w 439811"/>
              <a:gd name="connsiteY7" fmla="*/ 132182 h 426483"/>
              <a:gd name="connsiteX8" fmla="*/ 31641 w 439811"/>
              <a:gd name="connsiteY8" fmla="*/ 140045 h 426483"/>
              <a:gd name="connsiteX9" fmla="*/ 36039 w 439811"/>
              <a:gd name="connsiteY9" fmla="*/ 318368 h 426483"/>
              <a:gd name="connsiteX10" fmla="*/ 116538 w 439811"/>
              <a:gd name="connsiteY10" fmla="*/ 386339 h 426483"/>
              <a:gd name="connsiteX11" fmla="*/ 148657 w 439811"/>
              <a:gd name="connsiteY11" fmla="*/ 395669 h 426483"/>
              <a:gd name="connsiteX12" fmla="*/ 238886 w 439811"/>
              <a:gd name="connsiteY12" fmla="*/ 423923 h 426483"/>
              <a:gd name="connsiteX13" fmla="*/ 327114 w 439811"/>
              <a:gd name="connsiteY13" fmla="*/ 400600 h 426483"/>
              <a:gd name="connsiteX14" fmla="*/ 431336 w 439811"/>
              <a:gd name="connsiteY14" fmla="*/ 237070 h 426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39811" h="426483">
                <a:moveTo>
                  <a:pt x="431336" y="237070"/>
                </a:moveTo>
                <a:cubicBezTo>
                  <a:pt x="430270" y="223076"/>
                  <a:pt x="426005" y="209748"/>
                  <a:pt x="422407" y="196287"/>
                </a:cubicBezTo>
                <a:cubicBezTo>
                  <a:pt x="417609" y="178961"/>
                  <a:pt x="414277" y="161236"/>
                  <a:pt x="409345" y="143910"/>
                </a:cubicBezTo>
                <a:cubicBezTo>
                  <a:pt x="400149" y="110857"/>
                  <a:pt x="382957" y="83402"/>
                  <a:pt x="357101" y="60746"/>
                </a:cubicBezTo>
                <a:cubicBezTo>
                  <a:pt x="310188" y="19696"/>
                  <a:pt x="230755" y="-28"/>
                  <a:pt x="170115" y="15032"/>
                </a:cubicBezTo>
                <a:cubicBezTo>
                  <a:pt x="123868" y="26494"/>
                  <a:pt x="86284" y="58213"/>
                  <a:pt x="58296" y="96464"/>
                </a:cubicBezTo>
                <a:cubicBezTo>
                  <a:pt x="50833" y="105660"/>
                  <a:pt x="44169" y="115389"/>
                  <a:pt x="38571" y="125784"/>
                </a:cubicBezTo>
                <a:cubicBezTo>
                  <a:pt x="37505" y="127783"/>
                  <a:pt x="36705" y="130049"/>
                  <a:pt x="35772" y="132182"/>
                </a:cubicBezTo>
                <a:cubicBezTo>
                  <a:pt x="34307" y="134847"/>
                  <a:pt x="32974" y="137379"/>
                  <a:pt x="31641" y="140045"/>
                </a:cubicBezTo>
                <a:cubicBezTo>
                  <a:pt x="3386" y="195888"/>
                  <a:pt x="721" y="265058"/>
                  <a:pt x="36039" y="318368"/>
                </a:cubicBezTo>
                <a:cubicBezTo>
                  <a:pt x="54964" y="346889"/>
                  <a:pt x="84018" y="374611"/>
                  <a:pt x="116538" y="386339"/>
                </a:cubicBezTo>
                <a:cubicBezTo>
                  <a:pt x="126667" y="389938"/>
                  <a:pt x="137596" y="393003"/>
                  <a:pt x="148657" y="395669"/>
                </a:cubicBezTo>
                <a:cubicBezTo>
                  <a:pt x="176779" y="409129"/>
                  <a:pt x="207166" y="423257"/>
                  <a:pt x="238886" y="423923"/>
                </a:cubicBezTo>
                <a:cubicBezTo>
                  <a:pt x="269805" y="424456"/>
                  <a:pt x="300192" y="415660"/>
                  <a:pt x="327114" y="400600"/>
                </a:cubicBezTo>
                <a:cubicBezTo>
                  <a:pt x="383223" y="369147"/>
                  <a:pt x="436800" y="305174"/>
                  <a:pt x="431336" y="237070"/>
                </a:cubicBezTo>
                <a:close/>
              </a:path>
            </a:pathLst>
          </a:custGeom>
          <a:solidFill>
            <a:schemeClr val="accent4"/>
          </a:solidFill>
          <a:ln w="127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600">
                <a:solidFill>
                  <a:srgbClr val="FFFFFF"/>
                </a:solidFill>
                <a:latin typeface="+mn-ea"/>
                <a:cs typeface="+mn-ea"/>
                <a:sym typeface="汉仪粗圆简" panose="02010600000101010101" charset="-122"/>
              </a:rPr>
              <a:t>01</a:t>
            </a:r>
            <a:endParaRPr lang="en-US" altLang="zh-CN" sz="1600">
              <a:solidFill>
                <a:srgbClr val="FFFFFF"/>
              </a:solidFill>
              <a:latin typeface="+mn-ea"/>
              <a:cs typeface="+mn-ea"/>
              <a:sym typeface="汉仪粗圆简" panose="02010600000101010101" charset="-122"/>
            </a:endParaRPr>
          </a:p>
        </p:txBody>
      </p:sp>
      <p:sp>
        <p:nvSpPr>
          <p:cNvPr id="61" name="任意多边形: 形状 264"/>
          <p:cNvSpPr/>
          <p:nvPr>
            <p:custDataLst>
              <p:tags r:id="rId37"/>
            </p:custDataLst>
          </p:nvPr>
        </p:nvSpPr>
        <p:spPr>
          <a:xfrm>
            <a:off x="9931127" y="1855863"/>
            <a:ext cx="364751" cy="353644"/>
          </a:xfrm>
          <a:custGeom>
            <a:avLst/>
            <a:gdLst>
              <a:gd name="connsiteX0" fmla="*/ 634199 w 646660"/>
              <a:gd name="connsiteY0" fmla="*/ 348526 h 626990"/>
              <a:gd name="connsiteX1" fmla="*/ 621070 w 646660"/>
              <a:gd name="connsiteY1" fmla="*/ 288569 h 626990"/>
              <a:gd name="connsiteX2" fmla="*/ 601865 w 646660"/>
              <a:gd name="connsiteY2" fmla="*/ 211567 h 626990"/>
              <a:gd name="connsiteX3" fmla="*/ 525050 w 646660"/>
              <a:gd name="connsiteY3" fmla="*/ 89305 h 626990"/>
              <a:gd name="connsiteX4" fmla="*/ 250122 w 646660"/>
              <a:gd name="connsiteY4" fmla="*/ 22099 h 626990"/>
              <a:gd name="connsiteX5" fmla="*/ 85713 w 646660"/>
              <a:gd name="connsiteY5" fmla="*/ 141815 h 626990"/>
              <a:gd name="connsiteX6" fmla="*/ 56711 w 646660"/>
              <a:gd name="connsiteY6" fmla="*/ 184920 h 626990"/>
              <a:gd name="connsiteX7" fmla="*/ 52596 w 646660"/>
              <a:gd name="connsiteY7" fmla="*/ 194326 h 626990"/>
              <a:gd name="connsiteX8" fmla="*/ 46522 w 646660"/>
              <a:gd name="connsiteY8" fmla="*/ 205885 h 626990"/>
              <a:gd name="connsiteX9" fmla="*/ 52988 w 646660"/>
              <a:gd name="connsiteY9" fmla="*/ 468045 h 626990"/>
              <a:gd name="connsiteX10" fmla="*/ 171347 w 646660"/>
              <a:gd name="connsiteY10" fmla="*/ 567972 h 626990"/>
              <a:gd name="connsiteX11" fmla="*/ 218572 w 646660"/>
              <a:gd name="connsiteY11" fmla="*/ 581689 h 626990"/>
              <a:gd name="connsiteX12" fmla="*/ 351237 w 646660"/>
              <a:gd name="connsiteY12" fmla="*/ 623226 h 626990"/>
              <a:gd name="connsiteX13" fmla="*/ 480960 w 646660"/>
              <a:gd name="connsiteY13" fmla="*/ 588938 h 626990"/>
              <a:gd name="connsiteX14" fmla="*/ 634199 w 646660"/>
              <a:gd name="connsiteY14" fmla="*/ 348526 h 626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46660" h="626990" extrusionOk="0">
                <a:moveTo>
                  <a:pt x="634199" y="348526"/>
                </a:moveTo>
                <a:cubicBezTo>
                  <a:pt x="632057" y="327599"/>
                  <a:pt x="623679" y="309365"/>
                  <a:pt x="621070" y="288569"/>
                </a:cubicBezTo>
                <a:cubicBezTo>
                  <a:pt x="616708" y="263664"/>
                  <a:pt x="604081" y="237199"/>
                  <a:pt x="601865" y="211567"/>
                </a:cubicBezTo>
                <a:cubicBezTo>
                  <a:pt x="584248" y="166975"/>
                  <a:pt x="562332" y="126668"/>
                  <a:pt x="525050" y="89305"/>
                </a:cubicBezTo>
                <a:cubicBezTo>
                  <a:pt x="449160" y="25173"/>
                  <a:pt x="345956" y="3147"/>
                  <a:pt x="250122" y="22099"/>
                </a:cubicBezTo>
                <a:cubicBezTo>
                  <a:pt x="195829" y="40575"/>
                  <a:pt x="129148" y="80881"/>
                  <a:pt x="85713" y="141815"/>
                </a:cubicBezTo>
                <a:cubicBezTo>
                  <a:pt x="71388" y="154822"/>
                  <a:pt x="64518" y="170037"/>
                  <a:pt x="56711" y="184920"/>
                </a:cubicBezTo>
                <a:cubicBezTo>
                  <a:pt x="55082" y="187268"/>
                  <a:pt x="53646" y="191635"/>
                  <a:pt x="52596" y="194326"/>
                </a:cubicBezTo>
                <a:cubicBezTo>
                  <a:pt x="50890" y="198495"/>
                  <a:pt x="48536" y="201979"/>
                  <a:pt x="46522" y="205885"/>
                </a:cubicBezTo>
                <a:cubicBezTo>
                  <a:pt x="-13221" y="285038"/>
                  <a:pt x="9016" y="396178"/>
                  <a:pt x="52988" y="468045"/>
                </a:cubicBezTo>
                <a:cubicBezTo>
                  <a:pt x="82775" y="512894"/>
                  <a:pt x="123759" y="553083"/>
                  <a:pt x="171347" y="567972"/>
                </a:cubicBezTo>
                <a:cubicBezTo>
                  <a:pt x="188036" y="576030"/>
                  <a:pt x="203537" y="579273"/>
                  <a:pt x="218572" y="581689"/>
                </a:cubicBezTo>
                <a:cubicBezTo>
                  <a:pt x="265058" y="596978"/>
                  <a:pt x="306323" y="614135"/>
                  <a:pt x="351237" y="623226"/>
                </a:cubicBezTo>
                <a:cubicBezTo>
                  <a:pt x="392340" y="624725"/>
                  <a:pt x="437947" y="608712"/>
                  <a:pt x="480960" y="588938"/>
                </a:cubicBezTo>
                <a:cubicBezTo>
                  <a:pt x="560665" y="542500"/>
                  <a:pt x="636003" y="435951"/>
                  <a:pt x="634199" y="348526"/>
                </a:cubicBezTo>
                <a:close/>
              </a:path>
            </a:pathLst>
          </a:custGeom>
          <a:noFill/>
          <a:ln w="19050" cap="flat">
            <a:solidFill>
              <a:schemeClr val="tx1">
                <a:lumMod val="75000"/>
                <a:lumOff val="25000"/>
              </a:schemeClr>
            </a:solidFill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3200" dirty="0">
              <a:solidFill>
                <a:schemeClr val="tx1"/>
              </a:solidFill>
              <a:latin typeface="仓耳小丸子" panose="02020400000000000000" pitchFamily="18" charset="-122"/>
              <a:ea typeface="仓耳小丸子" panose="02020400000000000000" pitchFamily="18" charset="-122"/>
              <a:cs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62" name="任意多边形: 形状 263"/>
          <p:cNvSpPr/>
          <p:nvPr>
            <p:custDataLst>
              <p:tags r:id="rId38"/>
            </p:custDataLst>
          </p:nvPr>
        </p:nvSpPr>
        <p:spPr>
          <a:xfrm>
            <a:off x="9931400" y="1879600"/>
            <a:ext cx="340995" cy="321310"/>
          </a:xfrm>
          <a:custGeom>
            <a:avLst/>
            <a:gdLst>
              <a:gd name="connsiteX0" fmla="*/ 431336 w 439811"/>
              <a:gd name="connsiteY0" fmla="*/ 237070 h 426483"/>
              <a:gd name="connsiteX1" fmla="*/ 422407 w 439811"/>
              <a:gd name="connsiteY1" fmla="*/ 196287 h 426483"/>
              <a:gd name="connsiteX2" fmla="*/ 409345 w 439811"/>
              <a:gd name="connsiteY2" fmla="*/ 143910 h 426483"/>
              <a:gd name="connsiteX3" fmla="*/ 357101 w 439811"/>
              <a:gd name="connsiteY3" fmla="*/ 60746 h 426483"/>
              <a:gd name="connsiteX4" fmla="*/ 170115 w 439811"/>
              <a:gd name="connsiteY4" fmla="*/ 15032 h 426483"/>
              <a:gd name="connsiteX5" fmla="*/ 58296 w 439811"/>
              <a:gd name="connsiteY5" fmla="*/ 96464 h 426483"/>
              <a:gd name="connsiteX6" fmla="*/ 38571 w 439811"/>
              <a:gd name="connsiteY6" fmla="*/ 125784 h 426483"/>
              <a:gd name="connsiteX7" fmla="*/ 35772 w 439811"/>
              <a:gd name="connsiteY7" fmla="*/ 132182 h 426483"/>
              <a:gd name="connsiteX8" fmla="*/ 31641 w 439811"/>
              <a:gd name="connsiteY8" fmla="*/ 140045 h 426483"/>
              <a:gd name="connsiteX9" fmla="*/ 36039 w 439811"/>
              <a:gd name="connsiteY9" fmla="*/ 318368 h 426483"/>
              <a:gd name="connsiteX10" fmla="*/ 116538 w 439811"/>
              <a:gd name="connsiteY10" fmla="*/ 386339 h 426483"/>
              <a:gd name="connsiteX11" fmla="*/ 148657 w 439811"/>
              <a:gd name="connsiteY11" fmla="*/ 395669 h 426483"/>
              <a:gd name="connsiteX12" fmla="*/ 238886 w 439811"/>
              <a:gd name="connsiteY12" fmla="*/ 423923 h 426483"/>
              <a:gd name="connsiteX13" fmla="*/ 327114 w 439811"/>
              <a:gd name="connsiteY13" fmla="*/ 400600 h 426483"/>
              <a:gd name="connsiteX14" fmla="*/ 431336 w 439811"/>
              <a:gd name="connsiteY14" fmla="*/ 237070 h 426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39811" h="426483">
                <a:moveTo>
                  <a:pt x="431336" y="237070"/>
                </a:moveTo>
                <a:cubicBezTo>
                  <a:pt x="430270" y="223076"/>
                  <a:pt x="426005" y="209748"/>
                  <a:pt x="422407" y="196287"/>
                </a:cubicBezTo>
                <a:cubicBezTo>
                  <a:pt x="417609" y="178961"/>
                  <a:pt x="414277" y="161236"/>
                  <a:pt x="409345" y="143910"/>
                </a:cubicBezTo>
                <a:cubicBezTo>
                  <a:pt x="400149" y="110857"/>
                  <a:pt x="382957" y="83402"/>
                  <a:pt x="357101" y="60746"/>
                </a:cubicBezTo>
                <a:cubicBezTo>
                  <a:pt x="310188" y="19696"/>
                  <a:pt x="230755" y="-28"/>
                  <a:pt x="170115" y="15032"/>
                </a:cubicBezTo>
                <a:cubicBezTo>
                  <a:pt x="123868" y="26494"/>
                  <a:pt x="86284" y="58213"/>
                  <a:pt x="58296" y="96464"/>
                </a:cubicBezTo>
                <a:cubicBezTo>
                  <a:pt x="50833" y="105660"/>
                  <a:pt x="44169" y="115389"/>
                  <a:pt x="38571" y="125784"/>
                </a:cubicBezTo>
                <a:cubicBezTo>
                  <a:pt x="37505" y="127783"/>
                  <a:pt x="36705" y="130049"/>
                  <a:pt x="35772" y="132182"/>
                </a:cubicBezTo>
                <a:cubicBezTo>
                  <a:pt x="34307" y="134847"/>
                  <a:pt x="32974" y="137379"/>
                  <a:pt x="31641" y="140045"/>
                </a:cubicBezTo>
                <a:cubicBezTo>
                  <a:pt x="3386" y="195888"/>
                  <a:pt x="721" y="265058"/>
                  <a:pt x="36039" y="318368"/>
                </a:cubicBezTo>
                <a:cubicBezTo>
                  <a:pt x="54964" y="346889"/>
                  <a:pt x="84018" y="374611"/>
                  <a:pt x="116538" y="386339"/>
                </a:cubicBezTo>
                <a:cubicBezTo>
                  <a:pt x="126667" y="389938"/>
                  <a:pt x="137596" y="393003"/>
                  <a:pt x="148657" y="395669"/>
                </a:cubicBezTo>
                <a:cubicBezTo>
                  <a:pt x="176779" y="409129"/>
                  <a:pt x="207166" y="423257"/>
                  <a:pt x="238886" y="423923"/>
                </a:cubicBezTo>
                <a:cubicBezTo>
                  <a:pt x="269805" y="424456"/>
                  <a:pt x="300192" y="415660"/>
                  <a:pt x="327114" y="400600"/>
                </a:cubicBezTo>
                <a:cubicBezTo>
                  <a:pt x="383223" y="369147"/>
                  <a:pt x="436800" y="305174"/>
                  <a:pt x="431336" y="237070"/>
                </a:cubicBezTo>
                <a:close/>
              </a:path>
            </a:pathLst>
          </a:custGeom>
          <a:solidFill>
            <a:schemeClr val="accent4"/>
          </a:solidFill>
          <a:ln w="127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600">
                <a:solidFill>
                  <a:srgbClr val="FFFFFF"/>
                </a:solidFill>
                <a:latin typeface="+mn-ea"/>
                <a:cs typeface="+mn-ea"/>
                <a:sym typeface="汉仪粗圆简" panose="02010600000101010101" charset="-122"/>
              </a:rPr>
              <a:t>02</a:t>
            </a:r>
            <a:endParaRPr lang="en-US" altLang="zh-CN" sz="1600">
              <a:solidFill>
                <a:srgbClr val="FFFFFF"/>
              </a:solidFill>
              <a:latin typeface="+mn-ea"/>
              <a:cs typeface="+mn-ea"/>
              <a:sym typeface="汉仪粗圆简" panose="02010600000101010101" charset="-122"/>
            </a:endParaRPr>
          </a:p>
        </p:txBody>
      </p:sp>
      <p:sp>
        <p:nvSpPr>
          <p:cNvPr id="64" name="任意多边形: 形状 263"/>
          <p:cNvSpPr/>
          <p:nvPr>
            <p:custDataLst>
              <p:tags r:id="rId39"/>
            </p:custDataLst>
          </p:nvPr>
        </p:nvSpPr>
        <p:spPr>
          <a:xfrm>
            <a:off x="11088030" y="1867747"/>
            <a:ext cx="376934" cy="365468"/>
          </a:xfrm>
          <a:custGeom>
            <a:avLst/>
            <a:gdLst>
              <a:gd name="connsiteX0" fmla="*/ 431336 w 439811"/>
              <a:gd name="connsiteY0" fmla="*/ 237070 h 426483"/>
              <a:gd name="connsiteX1" fmla="*/ 422407 w 439811"/>
              <a:gd name="connsiteY1" fmla="*/ 196287 h 426483"/>
              <a:gd name="connsiteX2" fmla="*/ 409345 w 439811"/>
              <a:gd name="connsiteY2" fmla="*/ 143910 h 426483"/>
              <a:gd name="connsiteX3" fmla="*/ 357101 w 439811"/>
              <a:gd name="connsiteY3" fmla="*/ 60746 h 426483"/>
              <a:gd name="connsiteX4" fmla="*/ 170115 w 439811"/>
              <a:gd name="connsiteY4" fmla="*/ 15032 h 426483"/>
              <a:gd name="connsiteX5" fmla="*/ 58296 w 439811"/>
              <a:gd name="connsiteY5" fmla="*/ 96464 h 426483"/>
              <a:gd name="connsiteX6" fmla="*/ 38571 w 439811"/>
              <a:gd name="connsiteY6" fmla="*/ 125784 h 426483"/>
              <a:gd name="connsiteX7" fmla="*/ 35772 w 439811"/>
              <a:gd name="connsiteY7" fmla="*/ 132182 h 426483"/>
              <a:gd name="connsiteX8" fmla="*/ 31641 w 439811"/>
              <a:gd name="connsiteY8" fmla="*/ 140045 h 426483"/>
              <a:gd name="connsiteX9" fmla="*/ 36039 w 439811"/>
              <a:gd name="connsiteY9" fmla="*/ 318368 h 426483"/>
              <a:gd name="connsiteX10" fmla="*/ 116538 w 439811"/>
              <a:gd name="connsiteY10" fmla="*/ 386339 h 426483"/>
              <a:gd name="connsiteX11" fmla="*/ 148657 w 439811"/>
              <a:gd name="connsiteY11" fmla="*/ 395669 h 426483"/>
              <a:gd name="connsiteX12" fmla="*/ 238886 w 439811"/>
              <a:gd name="connsiteY12" fmla="*/ 423923 h 426483"/>
              <a:gd name="connsiteX13" fmla="*/ 327114 w 439811"/>
              <a:gd name="connsiteY13" fmla="*/ 400600 h 426483"/>
              <a:gd name="connsiteX14" fmla="*/ 431336 w 439811"/>
              <a:gd name="connsiteY14" fmla="*/ 237070 h 426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39811" h="426483">
                <a:moveTo>
                  <a:pt x="431336" y="237070"/>
                </a:moveTo>
                <a:cubicBezTo>
                  <a:pt x="430270" y="223076"/>
                  <a:pt x="426005" y="209748"/>
                  <a:pt x="422407" y="196287"/>
                </a:cubicBezTo>
                <a:cubicBezTo>
                  <a:pt x="417609" y="178961"/>
                  <a:pt x="414277" y="161236"/>
                  <a:pt x="409345" y="143910"/>
                </a:cubicBezTo>
                <a:cubicBezTo>
                  <a:pt x="400149" y="110857"/>
                  <a:pt x="382957" y="83402"/>
                  <a:pt x="357101" y="60746"/>
                </a:cubicBezTo>
                <a:cubicBezTo>
                  <a:pt x="310188" y="19696"/>
                  <a:pt x="230755" y="-28"/>
                  <a:pt x="170115" y="15032"/>
                </a:cubicBezTo>
                <a:cubicBezTo>
                  <a:pt x="123868" y="26494"/>
                  <a:pt x="86284" y="58213"/>
                  <a:pt x="58296" y="96464"/>
                </a:cubicBezTo>
                <a:cubicBezTo>
                  <a:pt x="50833" y="105660"/>
                  <a:pt x="44169" y="115389"/>
                  <a:pt x="38571" y="125784"/>
                </a:cubicBezTo>
                <a:cubicBezTo>
                  <a:pt x="37505" y="127783"/>
                  <a:pt x="36705" y="130049"/>
                  <a:pt x="35772" y="132182"/>
                </a:cubicBezTo>
                <a:cubicBezTo>
                  <a:pt x="34307" y="134847"/>
                  <a:pt x="32974" y="137379"/>
                  <a:pt x="31641" y="140045"/>
                </a:cubicBezTo>
                <a:cubicBezTo>
                  <a:pt x="3386" y="195888"/>
                  <a:pt x="721" y="265058"/>
                  <a:pt x="36039" y="318368"/>
                </a:cubicBezTo>
                <a:cubicBezTo>
                  <a:pt x="54964" y="346889"/>
                  <a:pt x="84018" y="374611"/>
                  <a:pt x="116538" y="386339"/>
                </a:cubicBezTo>
                <a:cubicBezTo>
                  <a:pt x="126667" y="389938"/>
                  <a:pt x="137596" y="393003"/>
                  <a:pt x="148657" y="395669"/>
                </a:cubicBezTo>
                <a:cubicBezTo>
                  <a:pt x="176779" y="409129"/>
                  <a:pt x="207166" y="423257"/>
                  <a:pt x="238886" y="423923"/>
                </a:cubicBezTo>
                <a:cubicBezTo>
                  <a:pt x="269805" y="424456"/>
                  <a:pt x="300192" y="415660"/>
                  <a:pt x="327114" y="400600"/>
                </a:cubicBezTo>
                <a:cubicBezTo>
                  <a:pt x="383223" y="369147"/>
                  <a:pt x="436800" y="305174"/>
                  <a:pt x="431336" y="237070"/>
                </a:cubicBezTo>
                <a:close/>
              </a:path>
            </a:pathLst>
          </a:custGeom>
          <a:solidFill>
            <a:schemeClr val="accent5"/>
          </a:solidFill>
          <a:ln w="127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600">
                <a:solidFill>
                  <a:srgbClr val="FFFFFF"/>
                </a:solidFill>
                <a:latin typeface="+mn-ea"/>
                <a:cs typeface="+mn-ea"/>
                <a:sym typeface="汉仪粗圆简" panose="02010600000101010101" charset="-122"/>
              </a:rPr>
              <a:t>03</a:t>
            </a:r>
            <a:endParaRPr lang="en-US" altLang="zh-CN" sz="1600">
              <a:solidFill>
                <a:srgbClr val="FFFFFF"/>
              </a:solidFill>
              <a:latin typeface="+mn-ea"/>
              <a:cs typeface="+mn-ea"/>
              <a:sym typeface="汉仪粗圆简" panose="02010600000101010101" charset="-122"/>
            </a:endParaRPr>
          </a:p>
        </p:txBody>
      </p:sp>
      <p:sp>
        <p:nvSpPr>
          <p:cNvPr id="65" name="任意多边形: 形状 264"/>
          <p:cNvSpPr/>
          <p:nvPr>
            <p:custDataLst>
              <p:tags r:id="rId40"/>
            </p:custDataLst>
          </p:nvPr>
        </p:nvSpPr>
        <p:spPr>
          <a:xfrm>
            <a:off x="11115967" y="1853665"/>
            <a:ext cx="364751" cy="353644"/>
          </a:xfrm>
          <a:custGeom>
            <a:avLst/>
            <a:gdLst>
              <a:gd name="connsiteX0" fmla="*/ 634199 w 646660"/>
              <a:gd name="connsiteY0" fmla="*/ 348526 h 626990"/>
              <a:gd name="connsiteX1" fmla="*/ 621070 w 646660"/>
              <a:gd name="connsiteY1" fmla="*/ 288569 h 626990"/>
              <a:gd name="connsiteX2" fmla="*/ 601865 w 646660"/>
              <a:gd name="connsiteY2" fmla="*/ 211567 h 626990"/>
              <a:gd name="connsiteX3" fmla="*/ 525050 w 646660"/>
              <a:gd name="connsiteY3" fmla="*/ 89305 h 626990"/>
              <a:gd name="connsiteX4" fmla="*/ 250122 w 646660"/>
              <a:gd name="connsiteY4" fmla="*/ 22099 h 626990"/>
              <a:gd name="connsiteX5" fmla="*/ 85713 w 646660"/>
              <a:gd name="connsiteY5" fmla="*/ 141815 h 626990"/>
              <a:gd name="connsiteX6" fmla="*/ 56711 w 646660"/>
              <a:gd name="connsiteY6" fmla="*/ 184920 h 626990"/>
              <a:gd name="connsiteX7" fmla="*/ 52596 w 646660"/>
              <a:gd name="connsiteY7" fmla="*/ 194326 h 626990"/>
              <a:gd name="connsiteX8" fmla="*/ 46522 w 646660"/>
              <a:gd name="connsiteY8" fmla="*/ 205885 h 626990"/>
              <a:gd name="connsiteX9" fmla="*/ 52988 w 646660"/>
              <a:gd name="connsiteY9" fmla="*/ 468045 h 626990"/>
              <a:gd name="connsiteX10" fmla="*/ 171347 w 646660"/>
              <a:gd name="connsiteY10" fmla="*/ 567972 h 626990"/>
              <a:gd name="connsiteX11" fmla="*/ 218572 w 646660"/>
              <a:gd name="connsiteY11" fmla="*/ 581689 h 626990"/>
              <a:gd name="connsiteX12" fmla="*/ 351237 w 646660"/>
              <a:gd name="connsiteY12" fmla="*/ 623226 h 626990"/>
              <a:gd name="connsiteX13" fmla="*/ 480960 w 646660"/>
              <a:gd name="connsiteY13" fmla="*/ 588938 h 626990"/>
              <a:gd name="connsiteX14" fmla="*/ 634199 w 646660"/>
              <a:gd name="connsiteY14" fmla="*/ 348526 h 626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46660" h="626990" extrusionOk="0">
                <a:moveTo>
                  <a:pt x="634199" y="348526"/>
                </a:moveTo>
                <a:cubicBezTo>
                  <a:pt x="632057" y="327599"/>
                  <a:pt x="623679" y="309365"/>
                  <a:pt x="621070" y="288569"/>
                </a:cubicBezTo>
                <a:cubicBezTo>
                  <a:pt x="616708" y="263664"/>
                  <a:pt x="604081" y="237199"/>
                  <a:pt x="601865" y="211567"/>
                </a:cubicBezTo>
                <a:cubicBezTo>
                  <a:pt x="584248" y="166975"/>
                  <a:pt x="562332" y="126668"/>
                  <a:pt x="525050" y="89305"/>
                </a:cubicBezTo>
                <a:cubicBezTo>
                  <a:pt x="449160" y="25173"/>
                  <a:pt x="345956" y="3147"/>
                  <a:pt x="250122" y="22099"/>
                </a:cubicBezTo>
                <a:cubicBezTo>
                  <a:pt x="195829" y="40575"/>
                  <a:pt x="129148" y="80881"/>
                  <a:pt x="85713" y="141815"/>
                </a:cubicBezTo>
                <a:cubicBezTo>
                  <a:pt x="71388" y="154822"/>
                  <a:pt x="64518" y="170037"/>
                  <a:pt x="56711" y="184920"/>
                </a:cubicBezTo>
                <a:cubicBezTo>
                  <a:pt x="55082" y="187268"/>
                  <a:pt x="53646" y="191635"/>
                  <a:pt x="52596" y="194326"/>
                </a:cubicBezTo>
                <a:cubicBezTo>
                  <a:pt x="50890" y="198495"/>
                  <a:pt x="48536" y="201979"/>
                  <a:pt x="46522" y="205885"/>
                </a:cubicBezTo>
                <a:cubicBezTo>
                  <a:pt x="-13221" y="285038"/>
                  <a:pt x="9016" y="396178"/>
                  <a:pt x="52988" y="468045"/>
                </a:cubicBezTo>
                <a:cubicBezTo>
                  <a:pt x="82775" y="512894"/>
                  <a:pt x="123759" y="553083"/>
                  <a:pt x="171347" y="567972"/>
                </a:cubicBezTo>
                <a:cubicBezTo>
                  <a:pt x="188036" y="576030"/>
                  <a:pt x="203537" y="579273"/>
                  <a:pt x="218572" y="581689"/>
                </a:cubicBezTo>
                <a:cubicBezTo>
                  <a:pt x="265058" y="596978"/>
                  <a:pt x="306323" y="614135"/>
                  <a:pt x="351237" y="623226"/>
                </a:cubicBezTo>
                <a:cubicBezTo>
                  <a:pt x="392340" y="624725"/>
                  <a:pt x="437947" y="608712"/>
                  <a:pt x="480960" y="588938"/>
                </a:cubicBezTo>
                <a:cubicBezTo>
                  <a:pt x="560665" y="542500"/>
                  <a:pt x="636003" y="435951"/>
                  <a:pt x="634199" y="348526"/>
                </a:cubicBezTo>
                <a:close/>
              </a:path>
            </a:pathLst>
          </a:custGeom>
          <a:noFill/>
          <a:ln w="19050" cap="flat">
            <a:solidFill>
              <a:schemeClr val="tx1">
                <a:lumMod val="75000"/>
                <a:lumOff val="25000"/>
              </a:schemeClr>
            </a:solidFill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3200" dirty="0">
              <a:solidFill>
                <a:schemeClr val="tx1"/>
              </a:solidFill>
              <a:latin typeface="仓耳小丸子" panose="02020400000000000000" pitchFamily="18" charset="-122"/>
              <a:ea typeface="仓耳小丸子" panose="02020400000000000000" pitchFamily="18" charset="-122"/>
              <a:cs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66" name="矩形 65"/>
          <p:cNvSpPr/>
          <p:nvPr>
            <p:custDataLst>
              <p:tags r:id="rId41"/>
            </p:custDataLst>
          </p:nvPr>
        </p:nvSpPr>
        <p:spPr>
          <a:xfrm>
            <a:off x="4128135" y="2247900"/>
            <a:ext cx="1036955" cy="16490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 b="1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 程序修改无管控</a:t>
            </a:r>
            <a:r>
              <a:rPr lang="zh-CN" altLang="en-US" sz="900" b="1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：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为尾数板临时跳空站位，未记录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多个版本程序共存，易调用错误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修改后未验证影响范围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67" name="矩形 66"/>
          <p:cNvSpPr/>
          <p:nvPr>
            <p:custDataLst>
              <p:tags r:id="rId42"/>
            </p:custDataLst>
          </p:nvPr>
        </p:nvSpPr>
        <p:spPr>
          <a:xfrm>
            <a:off x="5370195" y="2247900"/>
            <a:ext cx="1036955" cy="164909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 b="1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 </a:t>
            </a:r>
            <a:r>
              <a:rPr lang="zh-CN" altLang="en-US" sz="900" b="1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结单未复位程序：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忘记恢复跳空站位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"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下次生产前再改</a:t>
            </a: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"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心态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无自动提醒机制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68" name="矩形 67"/>
          <p:cNvSpPr/>
          <p:nvPr>
            <p:custDataLst>
              <p:tags r:id="rId43"/>
            </p:custDataLst>
          </p:nvPr>
        </p:nvSpPr>
        <p:spPr>
          <a:xfrm>
            <a:off x="6573520" y="2247900"/>
            <a:ext cx="1036955" cy="164909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 b="1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 漏件风险潜伏</a:t>
            </a:r>
            <a:r>
              <a:rPr lang="zh-CN" altLang="en-US" sz="900" b="1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：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跳空站位影响极性判断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未通知下批首件检验重点检查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无预防漏件检测机制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0" name="矩形 69"/>
          <p:cNvSpPr/>
          <p:nvPr>
            <p:custDataLst>
              <p:tags r:id="rId44"/>
            </p:custDataLst>
          </p:nvPr>
        </p:nvSpPr>
        <p:spPr>
          <a:xfrm>
            <a:off x="8195310" y="2233295"/>
            <a:ext cx="1036955" cy="16490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 b="1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 </a:t>
            </a:r>
            <a:r>
              <a:rPr lang="zh-CN" altLang="en-US" sz="900" b="1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退料无检验接收：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产线退什么收什么，无核对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开封料、尾料直接混入良品库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标签信息信任，不核对实物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1" name="矩形 70"/>
          <p:cNvSpPr/>
          <p:nvPr>
            <p:custDataLst>
              <p:tags r:id="rId45"/>
            </p:custDataLst>
          </p:nvPr>
        </p:nvSpPr>
        <p:spPr>
          <a:xfrm>
            <a:off x="9512935" y="2231390"/>
            <a:ext cx="1036955" cy="16490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 b="1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 </a:t>
            </a:r>
            <a:r>
              <a:rPr lang="zh-CN" altLang="en-US" sz="900" b="1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超领补料无分析：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产线报损就补，不查原因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重复性错料未识别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补料成为错料</a:t>
            </a: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"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洗白</a:t>
            </a: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"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通道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2" name="矩形 71"/>
          <p:cNvSpPr/>
          <p:nvPr>
            <p:custDataLst>
              <p:tags r:id="rId46"/>
            </p:custDataLst>
          </p:nvPr>
        </p:nvSpPr>
        <p:spPr>
          <a:xfrm>
            <a:off x="10779760" y="2247900"/>
            <a:ext cx="1036955" cy="164909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 b="1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 </a:t>
            </a:r>
            <a:r>
              <a:rPr lang="zh-CN" altLang="en-US" sz="900" b="1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物料身份混淆：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退料标签丢失或模糊，凭记忆入库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相似物料退料未隔离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合格</a:t>
            </a: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/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待检</a:t>
            </a: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/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禁用状态混放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3" name="矩形 72"/>
          <p:cNvSpPr/>
          <p:nvPr>
            <p:custDataLst>
              <p:tags r:id="rId47"/>
            </p:custDataLst>
          </p:nvPr>
        </p:nvSpPr>
        <p:spPr>
          <a:xfrm>
            <a:off x="4128135" y="4249420"/>
            <a:ext cx="1036955" cy="201358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900" b="1">
                <a:solidFill>
                  <a:srgbClr val="060BF8"/>
                </a:solidFill>
                <a:latin typeface="+mn-ea"/>
                <a:cs typeface="+mn-ea"/>
                <a:sym typeface="+mn-ea"/>
              </a:rPr>
              <a:t>程序修改工单绑定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任何程序修改必须创建子版本，命名规则：原程序</a:t>
            </a: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_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工单号</a:t>
            </a: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_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修改日期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修改清单可视化：在程序文件头部注释修改内容、站位、原因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4" name="矩形 73"/>
          <p:cNvSpPr/>
          <p:nvPr>
            <p:custDataLst>
              <p:tags r:id="rId48"/>
            </p:custDataLst>
          </p:nvPr>
        </p:nvSpPr>
        <p:spPr>
          <a:xfrm>
            <a:off x="5370195" y="4249420"/>
            <a:ext cx="1036955" cy="201358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900" b="1">
                <a:solidFill>
                  <a:srgbClr val="060BF8"/>
                </a:solidFill>
                <a:latin typeface="+mn-ea"/>
                <a:cs typeface="+mn-ea"/>
                <a:sym typeface="+mn-ea"/>
              </a:rPr>
              <a:t>程序复位确认制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双锁机制：工艺员修改</a:t>
            </a:r>
            <a:r>
              <a:rPr lang="en-US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→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生产使用</a:t>
            </a:r>
            <a:r>
              <a:rPr lang="en-US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→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结单后工艺员必须复位并签字确认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程序状态看板：产线看板显示</a:t>
            </a: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"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当前程序状态</a:t>
            </a: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"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：标准</a:t>
            </a: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/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已修改</a:t>
            </a: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/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待复位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5" name="矩形 74"/>
          <p:cNvSpPr/>
          <p:nvPr>
            <p:custDataLst>
              <p:tags r:id="rId49"/>
            </p:custDataLst>
          </p:nvPr>
        </p:nvSpPr>
        <p:spPr>
          <a:xfrm>
            <a:off x="6573520" y="4249420"/>
            <a:ext cx="1036955" cy="201358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900" b="1">
                <a:solidFill>
                  <a:srgbClr val="060BF8"/>
                </a:solidFill>
                <a:latin typeface="+mn-ea"/>
                <a:cs typeface="+mn-ea"/>
                <a:sym typeface="+mn-ea"/>
              </a:rPr>
              <a:t>漏件防御三步骤</a:t>
            </a:r>
            <a:endParaRPr lang="zh-CN" altLang="en-US" sz="900" b="1">
              <a:solidFill>
                <a:srgbClr val="060BF8"/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修改影响分析：程序修改时系统自动提示受影响物料清单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首件专项检查表：下批首件必须重点检查曾被跳空的站位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AOI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程式联动：程序修改时同步更新</a:t>
            </a: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AOI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检测程式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6" name="矩形 75"/>
          <p:cNvSpPr/>
          <p:nvPr>
            <p:custDataLst>
              <p:tags r:id="rId50"/>
            </p:custDataLst>
          </p:nvPr>
        </p:nvSpPr>
        <p:spPr>
          <a:xfrm>
            <a:off x="8195310" y="4249420"/>
            <a:ext cx="1036955" cy="201358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900" b="1">
                <a:solidFill>
                  <a:srgbClr val="060BF8"/>
                </a:solidFill>
                <a:latin typeface="+mn-ea"/>
                <a:cs typeface="+mn-ea"/>
                <a:sym typeface="+mn-ea"/>
              </a:rPr>
              <a:t>退料</a:t>
            </a:r>
            <a:r>
              <a:rPr lang="zh-CN" altLang="en-US" sz="900" b="1">
                <a:solidFill>
                  <a:srgbClr val="060BF8"/>
                </a:solidFill>
                <a:latin typeface="+mn-ea"/>
                <a:cs typeface="+mn-ea"/>
                <a:sym typeface="+mn-ea"/>
              </a:rPr>
              <a:t>检验流程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设立退料待检区，所有产线退料先入此区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退料必检原则：开封料</a:t>
            </a: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100%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核对标签与实物丝印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使用便携式</a:t>
            </a: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LCR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表抽测阻容类物料（至少前</a:t>
            </a: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5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盘）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7" name="矩形 76"/>
          <p:cNvSpPr/>
          <p:nvPr>
            <p:custDataLst>
              <p:tags r:id="rId51"/>
            </p:custDataLst>
          </p:nvPr>
        </p:nvSpPr>
        <p:spPr>
          <a:xfrm>
            <a:off x="9512935" y="4249420"/>
            <a:ext cx="1036955" cy="201358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900" b="1">
                <a:solidFill>
                  <a:srgbClr val="060BF8"/>
                </a:solidFill>
                <a:latin typeface="+mn-ea"/>
                <a:cs typeface="+mn-ea"/>
                <a:sym typeface="+mn-ea"/>
              </a:rPr>
              <a:t>补料触发根因分析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超领报警阈值：单工单超领＞</a:t>
            </a: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3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次或超领率＞</a:t>
            </a: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2%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自动报警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补料审批流程：产线申请</a:t>
            </a:r>
            <a:r>
              <a:rPr lang="en-US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→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班长核实</a:t>
            </a:r>
            <a:r>
              <a:rPr lang="en-US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→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质量员确认原因</a:t>
            </a:r>
            <a:r>
              <a:rPr lang="en-US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→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仓库发放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8" name="矩形 77"/>
          <p:cNvSpPr/>
          <p:nvPr>
            <p:custDataLst>
              <p:tags r:id="rId52"/>
            </p:custDataLst>
          </p:nvPr>
        </p:nvSpPr>
        <p:spPr>
          <a:xfrm>
            <a:off x="10779760" y="4249420"/>
            <a:ext cx="1036955" cy="201358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900" b="1">
                <a:solidFill>
                  <a:srgbClr val="060BF8"/>
                </a:solidFill>
                <a:latin typeface="+mn-ea"/>
                <a:cs typeface="+mn-ea"/>
                <a:sym typeface="+mn-ea"/>
              </a:rPr>
              <a:t>退料身份重确认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退料即重贴标：无论原标签如何，退料入库前重新打印粘贴仓库条码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扫描入库绑定：扫描新标签与库位绑定，系统记录物料履历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32715" y="109855"/>
            <a:ext cx="74180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6</a:t>
            </a:r>
            <a:r>
              <a:rPr lang="zh-CN" altLang="en-US" sz="2800" b="1"/>
              <a:t>、</a:t>
            </a:r>
            <a:r>
              <a:rPr lang="en-US" altLang="zh-CN" sz="2800" b="1"/>
              <a:t>SMT</a:t>
            </a:r>
            <a:r>
              <a:rPr lang="zh-CN" altLang="en-US" sz="2800" b="1"/>
              <a:t>站点防错料</a:t>
            </a:r>
            <a:r>
              <a:rPr lang="en-US" altLang="zh-CN" sz="2800" b="1"/>
              <a:t>--</a:t>
            </a:r>
            <a:r>
              <a:rPr lang="zh-CN" altLang="en-US" sz="2800" b="1">
                <a:solidFill>
                  <a:srgbClr val="FF0000"/>
                </a:solidFill>
                <a:sym typeface="+mn-ea"/>
              </a:rPr>
              <a:t>尾数散料线外接</a:t>
            </a:r>
            <a:r>
              <a:rPr lang="zh-CN" altLang="en-US" sz="2800" b="1">
                <a:solidFill>
                  <a:srgbClr val="FF0000"/>
                </a:solidFill>
                <a:sym typeface="+mn-ea"/>
              </a:rPr>
              <a:t>错料</a:t>
            </a:r>
            <a:endParaRPr lang="zh-CN" altLang="en-US" sz="2800" b="1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32715" y="109855"/>
            <a:ext cx="74180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6</a:t>
            </a:r>
            <a:r>
              <a:rPr lang="zh-CN" altLang="en-US" sz="2800" b="1"/>
              <a:t>、</a:t>
            </a:r>
            <a:r>
              <a:rPr lang="en-US" altLang="zh-CN" sz="2800" b="1"/>
              <a:t>SMT</a:t>
            </a:r>
            <a:r>
              <a:rPr lang="zh-CN" altLang="en-US" sz="2800" b="1"/>
              <a:t>站点防错料</a:t>
            </a:r>
            <a:r>
              <a:rPr lang="en-US" altLang="zh-CN" sz="2800" b="1"/>
              <a:t>--</a:t>
            </a:r>
            <a:r>
              <a:rPr lang="zh-CN" altLang="en-US" sz="2800" b="1">
                <a:solidFill>
                  <a:srgbClr val="060BF8"/>
                </a:solidFill>
                <a:sym typeface="+mn-ea"/>
              </a:rPr>
              <a:t>线外接料防错控制规范</a:t>
            </a:r>
            <a:endParaRPr lang="zh-CN" altLang="en-US" sz="2800" b="1">
              <a:solidFill>
                <a:srgbClr val="060BF8"/>
              </a:solidFill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1134110" y="2917190"/>
            <a:ext cx="2181225" cy="19342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lIns="0" tIns="0" rIns="0" bIns="0" rtlCol="0">
            <a:noAutofit/>
          </a:bodyPr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【</a:t>
            </a:r>
            <a:r>
              <a:rPr kumimoji="1" lang="zh-CN" altLang="en-US" sz="1000" b="1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允许</a:t>
            </a:r>
            <a:r>
              <a:rPr kumimoji="1" lang="en-US" altLang="zh-CN" sz="1000" b="1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/</a:t>
            </a:r>
            <a:r>
              <a:rPr kumimoji="1" lang="zh-CN" altLang="en-US" sz="1000" b="1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禁止清单</a:t>
            </a:r>
            <a:r>
              <a:rPr kumimoji="1"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】</a:t>
            </a:r>
            <a:br>
              <a:rPr kumimoji="1" lang="en-US" altLang="zh-CN" sz="1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</a:br>
            <a:r>
              <a:rPr kumimoji="1" lang="en-US" altLang="zh-CN" sz="1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kumimoji="1"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严禁接料：</a:t>
            </a:r>
            <a:r>
              <a:rPr kumimoji="1" lang="en-US" altLang="zh-CN" sz="1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IC</a:t>
            </a:r>
            <a:r>
              <a:rPr kumimoji="1"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、有极性</a:t>
            </a:r>
            <a:r>
              <a:rPr kumimoji="1" lang="en-US" altLang="zh-CN" sz="1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/</a:t>
            </a:r>
            <a:r>
              <a:rPr kumimoji="1"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方向元件、任何差异仅在内部分质的物料（如不同阻值电阻）。</a:t>
            </a:r>
            <a:endParaRPr kumimoji="1" lang="zh-CN" altLang="en-US" sz="10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kumimoji="1"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允许接料：仅限无极性、外观有唯一丝印编码的物料（如特定容值</a:t>
            </a:r>
            <a:r>
              <a:rPr kumimoji="1" lang="en-US" altLang="zh-CN" sz="1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/</a:t>
            </a:r>
            <a:r>
              <a:rPr kumimoji="1"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电压的陶瓷电容）。</a:t>
            </a:r>
            <a:endParaRPr kumimoji="1" lang="zh-CN" altLang="en-US" sz="10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3926205" y="2917190"/>
            <a:ext cx="1992630" cy="19342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lIns="0" tIns="0" rIns="0" bIns="0" rtlCol="0">
            <a:no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kumimoji="1"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【</a:t>
            </a:r>
            <a:r>
              <a:rPr kumimoji="1" lang="en-US" altLang="zh-CN" sz="1000" b="1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“</a:t>
            </a:r>
            <a:r>
              <a:rPr kumimoji="1" lang="zh-CN" altLang="en-US" sz="1000" b="1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一盘一料</a:t>
            </a:r>
            <a:r>
              <a:rPr kumimoji="1" lang="en-US" altLang="zh-CN" sz="1000" b="1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”</a:t>
            </a:r>
            <a:r>
              <a:rPr kumimoji="1" lang="zh-CN" altLang="en-US" sz="1000" b="1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原则</a:t>
            </a:r>
            <a:r>
              <a:rPr kumimoji="1"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】</a:t>
            </a:r>
            <a:endParaRPr kumimoji="1" lang="zh-CN" altLang="en-US" sz="10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kumimoji="1" lang="en-US" altLang="zh-CN" sz="1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kumimoji="1"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数量限制：单盘尾料最多允许接入</a:t>
            </a:r>
            <a:r>
              <a:rPr kumimoji="1" lang="en-US" altLang="zh-CN" sz="1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1</a:t>
            </a:r>
            <a:r>
              <a:rPr kumimoji="1"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段外部料带，禁止多段拼接。</a:t>
            </a:r>
            <a:endParaRPr kumimoji="1" lang="zh-CN" altLang="en-US" sz="10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kumimoji="1" lang="en-US" altLang="zh-CN" sz="1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kumimoji="1"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物理隔离：不同料号的尾料必须在不同料盘上操作，严禁混接。</a:t>
            </a:r>
            <a:endParaRPr kumimoji="1" lang="zh-CN" altLang="en-US" sz="10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kumimoji="1" lang="en-US" altLang="zh-CN" sz="1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kumimoji="1"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标识：接头处必须粘贴专用接头标签，注明两段物料的原信息及操作员。</a:t>
            </a:r>
            <a:endParaRPr kumimoji="1" lang="zh-CN" altLang="en-US" sz="10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3"/>
            </p:custDataLst>
          </p:nvPr>
        </p:nvSpPr>
        <p:spPr>
          <a:xfrm>
            <a:off x="6717665" y="2917190"/>
            <a:ext cx="1985010" cy="19342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lIns="0" tIns="0" rIns="0" bIns="0" rtlCol="0">
            <a:no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kumimoji="1"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【</a:t>
            </a:r>
            <a:r>
              <a:rPr kumimoji="1" lang="zh-CN" altLang="en-US" sz="1000" b="1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工具化、放大化核对</a:t>
            </a:r>
            <a:r>
              <a:rPr kumimoji="1"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】</a:t>
            </a:r>
            <a:endParaRPr kumimoji="1" lang="zh-CN" altLang="en-US" sz="10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kumimoji="1" lang="en-US" altLang="zh-CN" sz="1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kumimoji="1"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强制使用工具：必须借助带光源放大镜或显微镜相机核对丝印。</a:t>
            </a:r>
            <a:endParaRPr kumimoji="1" lang="zh-CN" altLang="en-US" sz="10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kumimoji="1" lang="en-US" altLang="zh-CN" sz="1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kumimoji="1"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双人异字核对：一人念原物料编码，另一人核对新料丝印并复述。</a:t>
            </a:r>
            <a:endParaRPr kumimoji="1" lang="zh-CN" altLang="en-US" sz="10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kumimoji="1" lang="en-US" altLang="zh-CN" sz="1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kumimoji="1"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拍照留存：对拼接料盘的丝印进行拍照，照片随工单存档。</a:t>
            </a:r>
            <a:endParaRPr kumimoji="1" lang="zh-CN" altLang="en-US" sz="10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9501505" y="2917190"/>
            <a:ext cx="2016760" cy="19342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lIns="0" tIns="0" rIns="0" bIns="0" rtlCol="0">
            <a:no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kumimoji="1"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【</a:t>
            </a:r>
            <a:r>
              <a:rPr kumimoji="1" lang="en-US" altLang="zh-CN" sz="1000" b="1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100%</a:t>
            </a:r>
            <a:r>
              <a:rPr kumimoji="1" lang="zh-CN" altLang="en-US" sz="1000" b="1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电气测试</a:t>
            </a:r>
            <a:r>
              <a:rPr kumimoji="1"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】</a:t>
            </a:r>
            <a:endParaRPr kumimoji="1" lang="zh-CN" altLang="en-US" sz="10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kumimoji="1" lang="en-US" altLang="zh-CN" sz="1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kumimoji="1"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阻容类必测：电阻、电容必须使用校准过的</a:t>
            </a:r>
            <a:r>
              <a:rPr kumimoji="1" lang="en-US" altLang="zh-CN" sz="1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LCR</a:t>
            </a:r>
            <a:r>
              <a:rPr kumimoji="1"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表进行全数值测量，并与</a:t>
            </a:r>
            <a:r>
              <a:rPr kumimoji="1" lang="en-US" altLang="zh-CN" sz="1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BOM</a:t>
            </a:r>
            <a:r>
              <a:rPr kumimoji="1"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规格比对。</a:t>
            </a:r>
            <a:endParaRPr kumimoji="1" lang="zh-CN" altLang="en-US" sz="10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kumimoji="1" lang="en-US" altLang="zh-CN" sz="1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kumimoji="1"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记录溯源：测量结果（数值、测试仪器编号）需记录在《尾料接料记录单》上。</a:t>
            </a:r>
            <a:br>
              <a:rPr kumimoji="1"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</a:br>
            <a:r>
              <a:rPr kumimoji="1" lang="en-US" altLang="zh-CN" sz="1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kumimoji="1" lang="zh-CN" altLang="en-US" sz="1000" b="1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导入自动接料机</a:t>
            </a:r>
            <a:endParaRPr kumimoji="1" lang="zh-CN" altLang="en-US" sz="1000" b="1">
              <a:solidFill>
                <a:srgbClr val="FF0000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1" name="Oval 11"/>
          <p:cNvSpPr/>
          <p:nvPr>
            <p:custDataLst>
              <p:tags r:id="rId5"/>
            </p:custDataLst>
          </p:nvPr>
        </p:nvSpPr>
        <p:spPr>
          <a:xfrm>
            <a:off x="1497330" y="729615"/>
            <a:ext cx="1372870" cy="5638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chemeClr val="lt1"/>
                </a:solidFill>
                <a:latin typeface="+mn-ea"/>
                <a:cs typeface="+mn-ea"/>
                <a:sym typeface="+mn-ea"/>
              </a:rPr>
              <a:t>物料种类</a:t>
            </a:r>
            <a:endParaRPr lang="zh-CN" altLang="en-US" sz="1400" b="1" dirty="0">
              <a:solidFill>
                <a:schemeClr val="lt1"/>
              </a:solidFill>
              <a:latin typeface="+mn-ea"/>
              <a:cs typeface="+mn-ea"/>
              <a:sym typeface="+mn-ea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chemeClr val="lt1"/>
                </a:solidFill>
                <a:latin typeface="+mn-ea"/>
                <a:cs typeface="+mn-ea"/>
                <a:sym typeface="+mn-ea"/>
              </a:rPr>
              <a:t>（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能否接料</a:t>
            </a:r>
            <a:r>
              <a:rPr lang="zh-CN" altLang="en-US" sz="1400" b="1" dirty="0">
                <a:solidFill>
                  <a:schemeClr val="lt1"/>
                </a:solidFill>
                <a:latin typeface="+mn-ea"/>
                <a:cs typeface="+mn-ea"/>
                <a:sym typeface="+mn-ea"/>
              </a:rPr>
              <a:t>）</a:t>
            </a:r>
            <a:endParaRPr lang="zh-CN" altLang="en-US" sz="1400" b="1" dirty="0">
              <a:solidFill>
                <a:schemeClr val="lt1"/>
              </a:solidFill>
              <a:latin typeface="+mn-ea"/>
              <a:cs typeface="+mn-ea"/>
              <a:sym typeface="+mn-ea"/>
            </a:endParaRPr>
          </a:p>
        </p:txBody>
      </p:sp>
      <p:cxnSp>
        <p:nvCxnSpPr>
          <p:cNvPr id="29" name="直接连接符 28"/>
          <p:cNvCxnSpPr/>
          <p:nvPr>
            <p:custDataLst>
              <p:tags r:id="rId6"/>
            </p:custDataLst>
          </p:nvPr>
        </p:nvCxnSpPr>
        <p:spPr>
          <a:xfrm flipH="1">
            <a:off x="3509010" y="1555115"/>
            <a:ext cx="17780" cy="3369945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>
            <p:custDataLst>
              <p:tags r:id="rId7"/>
            </p:custDataLst>
          </p:nvPr>
        </p:nvCxnSpPr>
        <p:spPr>
          <a:xfrm>
            <a:off x="9098280" y="1537335"/>
            <a:ext cx="0" cy="3324225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>
            <p:custDataLst>
              <p:tags r:id="rId8"/>
            </p:custDataLst>
          </p:nvPr>
        </p:nvCxnSpPr>
        <p:spPr>
          <a:xfrm flipH="1">
            <a:off x="6294755" y="1546225"/>
            <a:ext cx="8890" cy="334264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11"/>
          <p:cNvSpPr/>
          <p:nvPr>
            <p:custDataLst>
              <p:tags r:id="rId9"/>
            </p:custDataLst>
          </p:nvPr>
        </p:nvSpPr>
        <p:spPr>
          <a:xfrm>
            <a:off x="4255770" y="729615"/>
            <a:ext cx="1330325" cy="56324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olidFill>
                  <a:schemeClr val="lt1"/>
                </a:solidFill>
                <a:latin typeface="+mn-ea"/>
                <a:cs typeface="+mn-ea"/>
                <a:sym typeface="+mn-ea"/>
              </a:rPr>
              <a:t>接头数量</a:t>
            </a:r>
            <a:endParaRPr lang="zh-CN" altLang="en-US" sz="1400" b="1">
              <a:solidFill>
                <a:schemeClr val="lt1"/>
              </a:solidFill>
              <a:latin typeface="+mn-ea"/>
              <a:cs typeface="+mn-ea"/>
              <a:sym typeface="+mn-ea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olidFill>
                  <a:schemeClr val="lt1"/>
                </a:solidFill>
                <a:latin typeface="+mn-ea"/>
                <a:cs typeface="+mn-ea"/>
                <a:sym typeface="+mn-ea"/>
              </a:rPr>
              <a:t>（</a:t>
            </a:r>
            <a:r>
              <a:rPr lang="zh-CN" altLang="en-US" sz="1200" b="1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可控可溯</a:t>
            </a:r>
            <a:r>
              <a:rPr lang="zh-CN" altLang="en-US" sz="1400" b="1">
                <a:solidFill>
                  <a:schemeClr val="lt1"/>
                </a:solidFill>
                <a:latin typeface="+mn-ea"/>
                <a:cs typeface="+mn-ea"/>
                <a:sym typeface="+mn-ea"/>
              </a:rPr>
              <a:t>）</a:t>
            </a:r>
            <a:endParaRPr lang="zh-CN" altLang="en-US" sz="1400" b="1">
              <a:solidFill>
                <a:schemeClr val="l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" name="Oval 11"/>
          <p:cNvSpPr/>
          <p:nvPr>
            <p:custDataLst>
              <p:tags r:id="rId10"/>
            </p:custDataLst>
          </p:nvPr>
        </p:nvSpPr>
        <p:spPr>
          <a:xfrm>
            <a:off x="7045960" y="729615"/>
            <a:ext cx="1362710" cy="56324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 b="1" dirty="0">
                <a:latin typeface="+mn-ea"/>
                <a:cs typeface="+mn-ea"/>
                <a:sym typeface="+mn-ea"/>
              </a:rPr>
              <a:t>丝印确认</a:t>
            </a:r>
            <a:endParaRPr lang="zh-CN" altLang="en-US" sz="1400" b="1" dirty="0">
              <a:latin typeface="+mn-ea"/>
              <a:cs typeface="+mn-ea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400" b="1" dirty="0">
                <a:latin typeface="+mn-ea"/>
                <a:cs typeface="+mn-ea"/>
                <a:sym typeface="+mn-ea"/>
              </a:rPr>
              <a:t>（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视觉防错</a:t>
            </a:r>
            <a:r>
              <a:rPr lang="zh-CN" altLang="en-US" sz="1400" b="1" dirty="0">
                <a:latin typeface="+mn-ea"/>
                <a:cs typeface="+mn-ea"/>
                <a:sym typeface="+mn-ea"/>
              </a:rPr>
              <a:t>）</a:t>
            </a:r>
            <a:endParaRPr lang="zh-CN" altLang="en-US" sz="1400" b="1" dirty="0">
              <a:latin typeface="+mn-ea"/>
              <a:cs typeface="+mn-ea"/>
              <a:sym typeface="+mn-ea"/>
            </a:endParaRPr>
          </a:p>
        </p:txBody>
      </p:sp>
      <p:sp>
        <p:nvSpPr>
          <p:cNvPr id="5" name="Oval 11"/>
          <p:cNvSpPr/>
          <p:nvPr>
            <p:custDataLst>
              <p:tags r:id="rId11"/>
            </p:custDataLst>
          </p:nvPr>
        </p:nvSpPr>
        <p:spPr>
          <a:xfrm>
            <a:off x="9765030" y="729615"/>
            <a:ext cx="1363345" cy="56324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r>
              <a:rPr lang="zh-CN" altLang="en-US" sz="1400" b="1">
                <a:latin typeface="+mn-ea"/>
                <a:cs typeface="+mn-ea"/>
                <a:sym typeface="+mn-ea"/>
              </a:rPr>
              <a:t>量测手段</a:t>
            </a:r>
            <a:endParaRPr lang="zh-CN" altLang="en-US" sz="1400" b="1">
              <a:latin typeface="+mn-ea"/>
              <a:cs typeface="+mn-ea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400" b="1">
                <a:latin typeface="+mn-ea"/>
                <a:cs typeface="+mn-ea"/>
                <a:sym typeface="+mn-ea"/>
              </a:rPr>
              <a:t>（</a:t>
            </a:r>
            <a:r>
              <a:rPr lang="zh-CN" altLang="en-US" sz="1200" b="1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自动化智能化</a:t>
            </a:r>
            <a:r>
              <a:rPr lang="zh-CN" altLang="en-US" sz="1400" b="1">
                <a:latin typeface="+mn-ea"/>
                <a:cs typeface="+mn-ea"/>
                <a:sym typeface="+mn-ea"/>
              </a:rPr>
              <a:t>）</a:t>
            </a:r>
            <a:endParaRPr lang="zh-CN" altLang="en-US" sz="1400" b="1">
              <a:latin typeface="+mn-ea"/>
              <a:cs typeface="+mn-ea"/>
              <a:sym typeface="+mn-ea"/>
            </a:endParaRPr>
          </a:p>
        </p:txBody>
      </p:sp>
      <p:sp>
        <p:nvSpPr>
          <p:cNvPr id="13" name="矩形 12"/>
          <p:cNvSpPr/>
          <p:nvPr>
            <p:custDataLst>
              <p:tags r:id="rId12"/>
            </p:custDataLst>
          </p:nvPr>
        </p:nvSpPr>
        <p:spPr>
          <a:xfrm>
            <a:off x="1141730" y="1558290"/>
            <a:ext cx="2172970" cy="9950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b" anchorCtr="0">
            <a:noAutofit/>
          </a:bodyPr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zh-CN" altLang="en-US" sz="10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①高风险物料误接：如芯片、</a:t>
            </a:r>
            <a:r>
              <a:rPr lang="en-US" altLang="zh-CN" sz="10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BGA</a:t>
            </a:r>
            <a:r>
              <a:rPr lang="zh-CN" altLang="en-US" sz="10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、</a:t>
            </a:r>
            <a:r>
              <a:rPr lang="en-US" altLang="zh-CN" sz="10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QFN</a:t>
            </a:r>
            <a:r>
              <a:rPr lang="zh-CN" altLang="en-US" sz="10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等接错，代价巨大。</a:t>
            </a:r>
            <a:endParaRPr lang="zh-CN" altLang="en-US" sz="1000" b="1">
              <a:solidFill>
                <a:schemeClr val="tx1"/>
              </a:solidFill>
              <a:latin typeface="+mn-ea"/>
              <a:cs typeface="+mn-ea"/>
              <a:sym typeface="+mn-ea"/>
            </a:endParaRPr>
          </a:p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zh-CN" altLang="en-US" sz="10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②极性</a:t>
            </a:r>
            <a:r>
              <a:rPr lang="en-US" altLang="zh-CN" sz="10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/</a:t>
            </a:r>
            <a:r>
              <a:rPr lang="zh-CN" altLang="en-US" sz="10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方向物料混淆：如二极管、钽电容，接反导致批量不良。</a:t>
            </a:r>
            <a:endParaRPr lang="zh-CN" altLang="en-US" sz="1000" b="1">
              <a:solidFill>
                <a:schemeClr val="tx1"/>
              </a:solidFill>
              <a:latin typeface="+mn-ea"/>
              <a:cs typeface="+mn-ea"/>
              <a:sym typeface="+mn-ea"/>
            </a:endParaRPr>
          </a:p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zh-CN" altLang="en-US" sz="10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③</a:t>
            </a:r>
            <a:r>
              <a:rPr lang="en-US" altLang="zh-CN" sz="10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 </a:t>
            </a:r>
            <a:r>
              <a:rPr lang="zh-CN" altLang="en-US" sz="10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仅凭外观判断：不同阻值容值的阻容件外观一致，错误风险极高。</a:t>
            </a:r>
            <a:endParaRPr lang="zh-CN" altLang="en-US" sz="1000" b="1">
              <a:solidFill>
                <a:schemeClr val="tx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5" name="矩形 14"/>
          <p:cNvSpPr/>
          <p:nvPr>
            <p:custDataLst>
              <p:tags r:id="rId13"/>
            </p:custDataLst>
          </p:nvPr>
        </p:nvSpPr>
        <p:spPr>
          <a:xfrm>
            <a:off x="6709410" y="1558290"/>
            <a:ext cx="1985010" cy="9944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b" anchorCtr="0">
            <a:noAutofit/>
          </a:bodyPr>
          <a:p>
            <a:pPr lvl="0" algn="l">
              <a:buClrTx/>
              <a:buSzTx/>
              <a:buFontTx/>
            </a:pPr>
            <a:r>
              <a:rPr lang="zh-CN" altLang="en-US" sz="1000" b="1">
                <a:latin typeface="+mn-ea"/>
                <a:cs typeface="+mn-ea"/>
                <a:sym typeface="+mn-ea"/>
              </a:rPr>
              <a:t>①</a:t>
            </a:r>
            <a:r>
              <a:rPr lang="en-US" altLang="zh-CN" sz="1000" b="1">
                <a:latin typeface="+mn-ea"/>
                <a:cs typeface="+mn-ea"/>
                <a:sym typeface="+mn-ea"/>
              </a:rPr>
              <a:t>丝印模糊</a:t>
            </a:r>
            <a:r>
              <a:rPr lang="en-US" altLang="zh-CN" sz="1000" b="1">
                <a:latin typeface="+mn-ea"/>
                <a:cs typeface="+mn-ea"/>
                <a:sym typeface="+mn-ea"/>
              </a:rPr>
              <a:t>/</a:t>
            </a:r>
            <a:r>
              <a:rPr lang="en-US" altLang="zh-CN" sz="1000" b="1">
                <a:latin typeface="+mn-ea"/>
                <a:cs typeface="+mn-ea"/>
                <a:sym typeface="+mn-ea"/>
              </a:rPr>
              <a:t>微小：</a:t>
            </a:r>
            <a:r>
              <a:rPr lang="en-US" altLang="zh-CN" sz="1000" b="1">
                <a:latin typeface="+mn-ea"/>
                <a:cs typeface="+mn-ea"/>
                <a:sym typeface="+mn-ea"/>
              </a:rPr>
              <a:t>0402</a:t>
            </a:r>
            <a:r>
              <a:rPr lang="en-US" altLang="zh-CN" sz="1000" b="1">
                <a:latin typeface="+mn-ea"/>
                <a:cs typeface="+mn-ea"/>
                <a:sym typeface="+mn-ea"/>
              </a:rPr>
              <a:t>、</a:t>
            </a:r>
            <a:r>
              <a:rPr lang="en-US" altLang="zh-CN" sz="1000" b="1">
                <a:latin typeface="+mn-ea"/>
                <a:cs typeface="+mn-ea"/>
                <a:sym typeface="+mn-ea"/>
              </a:rPr>
              <a:t>0201</a:t>
            </a:r>
            <a:r>
              <a:rPr lang="en-US" altLang="zh-CN" sz="1000" b="1">
                <a:latin typeface="+mn-ea"/>
                <a:cs typeface="+mn-ea"/>
                <a:sym typeface="+mn-ea"/>
              </a:rPr>
              <a:t>等小元件丝印肉眼无法辨识。</a:t>
            </a:r>
            <a:endParaRPr lang="en-US" altLang="zh-CN" sz="1000" b="1">
              <a:latin typeface="+mn-ea"/>
              <a:cs typeface="+mn-ea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1000" b="1">
                <a:latin typeface="+mn-ea"/>
                <a:cs typeface="+mn-ea"/>
                <a:sym typeface="+mn-ea"/>
              </a:rPr>
              <a:t>②</a:t>
            </a:r>
            <a:r>
              <a:rPr lang="en-US" altLang="zh-CN" sz="1000" b="1">
                <a:latin typeface="+mn-ea"/>
                <a:cs typeface="+mn-ea"/>
                <a:sym typeface="+mn-ea"/>
              </a:rPr>
              <a:t>核对流于形式：物料员未使用工具，仅凭感觉判断。</a:t>
            </a:r>
            <a:endParaRPr lang="en-US" altLang="zh-CN" sz="1000" b="1">
              <a:latin typeface="+mn-ea"/>
              <a:cs typeface="+mn-ea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1000" b="1">
                <a:latin typeface="+mn-ea"/>
                <a:cs typeface="+mn-ea"/>
                <a:sym typeface="+mn-ea"/>
              </a:rPr>
              <a:t>③</a:t>
            </a:r>
            <a:r>
              <a:rPr lang="en-US" altLang="zh-CN" sz="1000" b="1">
                <a:latin typeface="+mn-ea"/>
                <a:cs typeface="+mn-ea"/>
                <a:sym typeface="+mn-ea"/>
              </a:rPr>
              <a:t>相似丝印混淆：如</a:t>
            </a:r>
            <a:r>
              <a:rPr lang="en-US" altLang="zh-CN" sz="1000" b="1">
                <a:latin typeface="+mn-ea"/>
                <a:cs typeface="+mn-ea"/>
                <a:sym typeface="+mn-ea"/>
              </a:rPr>
              <a:t>“10</a:t>
            </a:r>
            <a:r>
              <a:rPr lang="en-US" altLang="zh-CN" sz="1000" b="1">
                <a:latin typeface="+mn-ea"/>
                <a:cs typeface="+mn-ea"/>
                <a:sym typeface="+mn-ea"/>
              </a:rPr>
              <a:t>2</a:t>
            </a:r>
            <a:r>
              <a:rPr lang="en-US" altLang="zh-CN" sz="1000" b="1">
                <a:latin typeface="+mn-ea"/>
                <a:cs typeface="+mn-ea"/>
                <a:sym typeface="+mn-ea"/>
              </a:rPr>
              <a:t>”</a:t>
            </a:r>
            <a:r>
              <a:rPr lang="en-US" altLang="zh-CN" sz="1000" b="1">
                <a:latin typeface="+mn-ea"/>
                <a:cs typeface="+mn-ea"/>
                <a:sym typeface="+mn-ea"/>
              </a:rPr>
              <a:t>与</a:t>
            </a:r>
            <a:r>
              <a:rPr lang="en-US" altLang="zh-CN" sz="1000" b="1">
                <a:latin typeface="+mn-ea"/>
                <a:cs typeface="+mn-ea"/>
                <a:sym typeface="+mn-ea"/>
              </a:rPr>
              <a:t>“</a:t>
            </a:r>
            <a:r>
              <a:rPr lang="en-US" altLang="zh-CN" sz="1000" b="1">
                <a:latin typeface="+mn-ea"/>
                <a:cs typeface="+mn-ea"/>
                <a:sym typeface="+mn-ea"/>
              </a:rPr>
              <a:t>201</a:t>
            </a:r>
            <a:r>
              <a:rPr lang="en-US" altLang="zh-CN" sz="1000" b="1">
                <a:latin typeface="+mn-ea"/>
                <a:cs typeface="+mn-ea"/>
                <a:sym typeface="+mn-ea"/>
              </a:rPr>
              <a:t>”</a:t>
            </a:r>
            <a:r>
              <a:rPr lang="en-US" altLang="zh-CN" sz="1000" b="1">
                <a:latin typeface="+mn-ea"/>
                <a:cs typeface="+mn-ea"/>
                <a:sym typeface="+mn-ea"/>
              </a:rPr>
              <a:t>看错。</a:t>
            </a:r>
            <a:endParaRPr lang="en-US" altLang="zh-CN" sz="1000" b="1">
              <a:latin typeface="+mn-ea"/>
              <a:cs typeface="+mn-ea"/>
              <a:sym typeface="+mn-ea"/>
            </a:endParaRPr>
          </a:p>
        </p:txBody>
      </p:sp>
      <p:sp>
        <p:nvSpPr>
          <p:cNvPr id="17" name="矩形 16"/>
          <p:cNvSpPr/>
          <p:nvPr>
            <p:custDataLst>
              <p:tags r:id="rId14"/>
            </p:custDataLst>
          </p:nvPr>
        </p:nvSpPr>
        <p:spPr>
          <a:xfrm>
            <a:off x="9509760" y="1556385"/>
            <a:ext cx="1985010" cy="9969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b" anchorCtr="0">
            <a:noAutofit/>
          </a:bodyPr>
          <a:p>
            <a:pPr lvl="0" algn="l">
              <a:buClrTx/>
              <a:buSzTx/>
              <a:buFontTx/>
            </a:pPr>
            <a:r>
              <a:rPr lang="zh-CN" altLang="en-US" sz="1000" b="1">
                <a:latin typeface="+mn-ea"/>
                <a:cs typeface="+mn-ea"/>
                <a:sym typeface="+mn-ea"/>
              </a:rPr>
              <a:t>①</a:t>
            </a:r>
            <a:r>
              <a:rPr lang="zh-CN" altLang="en-US" sz="1000" b="1">
                <a:latin typeface="+mn-ea"/>
                <a:cs typeface="+mn-ea"/>
                <a:sym typeface="+mn-ea"/>
              </a:rPr>
              <a:t>完全依赖标签：不进行任何电气性能验证。</a:t>
            </a:r>
            <a:endParaRPr lang="zh-CN" altLang="en-US" sz="1000" b="1">
              <a:latin typeface="+mn-ea"/>
              <a:cs typeface="+mn-ea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1000" b="1">
                <a:latin typeface="+mn-ea"/>
                <a:cs typeface="+mn-ea"/>
                <a:sym typeface="+mn-ea"/>
              </a:rPr>
              <a:t>②</a:t>
            </a:r>
            <a:r>
              <a:rPr lang="zh-CN" altLang="en-US" sz="1000" b="1">
                <a:latin typeface="+mn-ea"/>
                <a:cs typeface="+mn-ea"/>
                <a:sym typeface="+mn-ea"/>
              </a:rPr>
              <a:t>仪器未校准：万用表</a:t>
            </a:r>
            <a:r>
              <a:rPr lang="zh-CN" altLang="en-US" sz="1000" b="1">
                <a:latin typeface="+mn-ea"/>
                <a:cs typeface="+mn-ea"/>
                <a:sym typeface="+mn-ea"/>
              </a:rPr>
              <a:t>/LCR</a:t>
            </a:r>
            <a:r>
              <a:rPr lang="zh-CN" altLang="en-US" sz="1000" b="1">
                <a:latin typeface="+mn-ea"/>
                <a:cs typeface="+mn-ea"/>
                <a:sym typeface="+mn-ea"/>
              </a:rPr>
              <a:t>表不准，导致误判。</a:t>
            </a:r>
            <a:endParaRPr lang="zh-CN" altLang="en-US" sz="1000" b="1">
              <a:latin typeface="+mn-ea"/>
              <a:cs typeface="+mn-ea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1000" b="1">
                <a:latin typeface="+mn-ea"/>
                <a:cs typeface="+mn-ea"/>
                <a:sym typeface="+mn-ea"/>
              </a:rPr>
              <a:t>③</a:t>
            </a:r>
            <a:r>
              <a:rPr lang="zh-CN" altLang="en-US" sz="1000" b="1">
                <a:latin typeface="+mn-ea"/>
                <a:cs typeface="+mn-ea"/>
                <a:sym typeface="+mn-ea"/>
              </a:rPr>
              <a:t>抽测</a:t>
            </a:r>
            <a:r>
              <a:rPr lang="zh-CN" altLang="en-US" sz="1000" b="1">
                <a:latin typeface="+mn-ea"/>
                <a:cs typeface="+mn-ea"/>
                <a:sym typeface="+mn-ea"/>
              </a:rPr>
              <a:t>未</a:t>
            </a:r>
            <a:r>
              <a:rPr lang="zh-CN" altLang="en-US" sz="1000" b="1">
                <a:latin typeface="+mn-ea"/>
                <a:cs typeface="+mn-ea"/>
                <a:sym typeface="+mn-ea"/>
              </a:rPr>
              <a:t>全测：只测接头一端，未测接入的新料部分。</a:t>
            </a:r>
            <a:endParaRPr lang="zh-CN" altLang="en-US" sz="1000" b="1">
              <a:latin typeface="+mn-ea"/>
              <a:cs typeface="+mn-ea"/>
              <a:sym typeface="+mn-ea"/>
            </a:endParaRPr>
          </a:p>
        </p:txBody>
      </p:sp>
      <p:sp>
        <p:nvSpPr>
          <p:cNvPr id="14" name="矩形 13"/>
          <p:cNvSpPr/>
          <p:nvPr>
            <p:custDataLst>
              <p:tags r:id="rId15"/>
            </p:custDataLst>
          </p:nvPr>
        </p:nvSpPr>
        <p:spPr>
          <a:xfrm>
            <a:off x="3934460" y="1557020"/>
            <a:ext cx="1985010" cy="9963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b" anchorCtr="0">
            <a:no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000" b="1">
                <a:latin typeface="+mn-ea"/>
                <a:cs typeface="+mn-ea"/>
                <a:sym typeface="+mn-ea"/>
              </a:rPr>
              <a:t>①</a:t>
            </a:r>
            <a:r>
              <a:rPr lang="en-US" altLang="zh-CN" sz="1000" b="1">
                <a:latin typeface="+mn-ea"/>
                <a:cs typeface="+mn-ea"/>
                <a:sym typeface="+mn-ea"/>
              </a:rPr>
              <a:t>“</a:t>
            </a:r>
            <a:r>
              <a:rPr lang="zh-CN" altLang="en-US" sz="1000" b="1">
                <a:latin typeface="+mn-ea"/>
                <a:cs typeface="+mn-ea"/>
                <a:sym typeface="+mn-ea"/>
              </a:rPr>
              <a:t>贪多</a:t>
            </a:r>
            <a:r>
              <a:rPr lang="en-US" altLang="zh-CN" sz="1000" b="1">
                <a:latin typeface="+mn-ea"/>
                <a:cs typeface="+mn-ea"/>
                <a:sym typeface="+mn-ea"/>
              </a:rPr>
              <a:t>”</a:t>
            </a:r>
            <a:r>
              <a:rPr lang="zh-CN" altLang="en-US" sz="1000" b="1">
                <a:latin typeface="+mn-ea"/>
                <a:cs typeface="+mn-ea"/>
                <a:sym typeface="+mn-ea"/>
              </a:rPr>
              <a:t>心理：一次拼接过多盘，导致混乱与追溯困难。</a:t>
            </a:r>
            <a:endParaRPr lang="zh-CN" altLang="en-US" sz="1000" b="1"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000" b="1">
                <a:latin typeface="+mn-ea"/>
                <a:cs typeface="+mn-ea"/>
                <a:sym typeface="+mn-ea"/>
              </a:rPr>
              <a:t>②</a:t>
            </a:r>
            <a:r>
              <a:rPr lang="en-US" altLang="zh-CN" sz="1000" b="1">
                <a:latin typeface="+mn-ea"/>
                <a:cs typeface="+mn-ea"/>
                <a:sym typeface="+mn-ea"/>
              </a:rPr>
              <a:t>“</a:t>
            </a:r>
            <a:r>
              <a:rPr lang="zh-CN" altLang="en-US" sz="1000" b="1">
                <a:latin typeface="+mn-ea"/>
                <a:cs typeface="+mn-ea"/>
                <a:sym typeface="+mn-ea"/>
              </a:rPr>
              <a:t>三明治</a:t>
            </a:r>
            <a:r>
              <a:rPr lang="en-US" altLang="zh-CN" sz="1000" b="1">
                <a:latin typeface="+mn-ea"/>
                <a:cs typeface="+mn-ea"/>
                <a:sym typeface="+mn-ea"/>
              </a:rPr>
              <a:t>”</a:t>
            </a:r>
            <a:r>
              <a:rPr lang="zh-CN" altLang="en-US" sz="1000" b="1">
                <a:latin typeface="+mn-ea"/>
                <a:cs typeface="+mn-ea"/>
                <a:sym typeface="+mn-ea"/>
              </a:rPr>
              <a:t>错料：不同物料被拼接在同一盘内，形成致命陷阱。</a:t>
            </a:r>
            <a:endParaRPr lang="zh-CN" altLang="en-US" sz="1000" b="1">
              <a:latin typeface="+mn-ea"/>
              <a:cs typeface="+mn-ea"/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16"/>
            </p:custDataLst>
          </p:nvPr>
        </p:nvSpPr>
        <p:spPr bwMode="auto">
          <a:xfrm>
            <a:off x="19685" y="786765"/>
            <a:ext cx="618490" cy="490855"/>
          </a:xfrm>
          <a:prstGeom prst="rect">
            <a:avLst/>
          </a:prstGeom>
          <a:gradFill>
            <a:gsLst>
              <a:gs pos="50000">
                <a:schemeClr val="accent5"/>
              </a:gs>
              <a:gs pos="0">
                <a:schemeClr val="accent5">
                  <a:lumMod val="25000"/>
                  <a:lumOff val="75000"/>
                </a:schemeClr>
              </a:gs>
              <a:gs pos="100000">
                <a:schemeClr val="accent5">
                  <a:lumMod val="85000"/>
                </a:schemeClr>
              </a:gs>
            </a:gsLst>
            <a:lin ang="5400000" scaled="1"/>
          </a:gra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72000" tIns="36000" rIns="72000" bIns="36000" anchor="ctr">
            <a:no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维度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" name="矩形 6"/>
          <p:cNvSpPr/>
          <p:nvPr>
            <p:custDataLst>
              <p:tags r:id="rId17"/>
            </p:custDataLst>
          </p:nvPr>
        </p:nvSpPr>
        <p:spPr bwMode="auto">
          <a:xfrm>
            <a:off x="19685" y="1757045"/>
            <a:ext cx="618490" cy="680085"/>
          </a:xfrm>
          <a:prstGeom prst="rect">
            <a:avLst/>
          </a:prstGeom>
          <a:gradFill>
            <a:gsLst>
              <a:gs pos="50000">
                <a:schemeClr val="accent5"/>
              </a:gs>
              <a:gs pos="0">
                <a:schemeClr val="accent5">
                  <a:lumMod val="25000"/>
                  <a:lumOff val="75000"/>
                </a:schemeClr>
              </a:gs>
              <a:gs pos="100000">
                <a:schemeClr val="accent5">
                  <a:lumMod val="85000"/>
                </a:schemeClr>
              </a:gs>
            </a:gsLst>
            <a:lin ang="5400000" scaled="1"/>
          </a:gra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72000" tIns="36000" rIns="72000" bIns="36000" anchor="ctr">
            <a:no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常见错误类型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" name="矩形 7"/>
          <p:cNvSpPr/>
          <p:nvPr>
            <p:custDataLst>
              <p:tags r:id="rId18"/>
            </p:custDataLst>
          </p:nvPr>
        </p:nvSpPr>
        <p:spPr bwMode="auto">
          <a:xfrm>
            <a:off x="24765" y="3210560"/>
            <a:ext cx="618490" cy="1346835"/>
          </a:xfrm>
          <a:prstGeom prst="rect">
            <a:avLst/>
          </a:prstGeom>
          <a:gradFill>
            <a:gsLst>
              <a:gs pos="50000">
                <a:schemeClr val="accent5"/>
              </a:gs>
              <a:gs pos="0">
                <a:schemeClr val="accent5">
                  <a:lumMod val="25000"/>
                  <a:lumOff val="75000"/>
                </a:schemeClr>
              </a:gs>
              <a:gs pos="100000">
                <a:schemeClr val="accent5">
                  <a:lumMod val="85000"/>
                </a:schemeClr>
              </a:gs>
            </a:gsLst>
            <a:lin ang="5400000" scaled="1"/>
          </a:gra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72000" tIns="36000" rIns="72000" bIns="36000" anchor="ctr">
            <a:no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正确做法与关键控制点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6" name="右箭头 15"/>
          <p:cNvSpPr/>
          <p:nvPr/>
        </p:nvSpPr>
        <p:spPr>
          <a:xfrm>
            <a:off x="778510" y="1865630"/>
            <a:ext cx="129540" cy="4635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右箭头 17"/>
          <p:cNvSpPr/>
          <p:nvPr/>
        </p:nvSpPr>
        <p:spPr>
          <a:xfrm>
            <a:off x="778510" y="3710305"/>
            <a:ext cx="129540" cy="4635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右箭头 18"/>
          <p:cNvSpPr/>
          <p:nvPr/>
        </p:nvSpPr>
        <p:spPr>
          <a:xfrm>
            <a:off x="778510" y="814070"/>
            <a:ext cx="175260" cy="4635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椭圆 19"/>
          <p:cNvSpPr/>
          <p:nvPr>
            <p:custDataLst>
              <p:tags r:id="rId19"/>
            </p:custDataLst>
          </p:nvPr>
        </p:nvSpPr>
        <p:spPr>
          <a:xfrm>
            <a:off x="2253846" y="5400093"/>
            <a:ext cx="756065" cy="756065"/>
          </a:xfrm>
          <a:prstGeom prst="ellipse">
            <a:avLst/>
          </a:prstGeom>
          <a:gradFill>
            <a:gsLst>
              <a:gs pos="0">
                <a:srgbClr val="376FFF">
                  <a:lumMod val="60000"/>
                  <a:lumOff val="40000"/>
                </a:srgbClr>
              </a:gs>
              <a:gs pos="91000">
                <a:srgbClr val="376FFF"/>
              </a:gs>
            </a:gsLst>
            <a:lin ang="2700000" scaled="0"/>
          </a:gradFill>
          <a:ln>
            <a:noFill/>
          </a:ln>
          <a:effectLst>
            <a:outerShdw blurRad="139700" dist="76200" dir="5400000" algn="t" rotWithShape="0">
              <a:srgbClr val="376FFF">
                <a:lumMod val="75000"/>
                <a:alpha val="15000"/>
              </a:srgbClr>
            </a:outerShdw>
          </a:effectLst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sym typeface="微软雅黑" panose="020B0503020204020204" charset="-122"/>
              </a:rPr>
              <a:t>配备所有必要工具</a:t>
            </a:r>
            <a:endParaRPr lang="zh-CN" altLang="en-US" sz="1000" b="1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2" name="弧形 21"/>
          <p:cNvSpPr/>
          <p:nvPr>
            <p:custDataLst>
              <p:tags r:id="rId20"/>
            </p:custDataLst>
          </p:nvPr>
        </p:nvSpPr>
        <p:spPr>
          <a:xfrm>
            <a:off x="2207539" y="5353786"/>
            <a:ext cx="848679" cy="849112"/>
          </a:xfrm>
          <a:prstGeom prst="arc">
            <a:avLst>
              <a:gd name="adj1" fmla="val 5696985"/>
              <a:gd name="adj2" fmla="val 16225599"/>
            </a:avLst>
          </a:prstGeom>
          <a:ln cap="rnd">
            <a:gradFill>
              <a:gsLst>
                <a:gs pos="100000">
                  <a:srgbClr val="376FFF">
                    <a:alpha val="20000"/>
                  </a:srgbClr>
                </a:gs>
                <a:gs pos="18000">
                  <a:srgbClr val="376FFF">
                    <a:alpha val="0"/>
                  </a:srgbClr>
                </a:gs>
              </a:gsLst>
              <a:lin ang="16200000" scaled="1"/>
            </a:gradFill>
            <a:round/>
          </a:ln>
        </p:spPr>
        <p:style>
          <a:lnRef idx="2">
            <a:srgbClr val="376FFF"/>
          </a:lnRef>
          <a:fillRef idx="0">
            <a:srgbClr val="FFFFFF"/>
          </a:fillRef>
          <a:effectRef idx="0">
            <a:srgbClr val="FFFFFF"/>
          </a:effectRef>
          <a:fontRef idx="minor">
            <a:srgbClr val="000000"/>
          </a:fontRef>
        </p:style>
        <p:txBody>
          <a:bodyPr rtlCol="0" anchor="ctr"/>
          <a:p>
            <a:pPr algn="ctr"/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3" name="弧形 22"/>
          <p:cNvSpPr/>
          <p:nvPr>
            <p:custDataLst>
              <p:tags r:id="rId21"/>
            </p:custDataLst>
          </p:nvPr>
        </p:nvSpPr>
        <p:spPr>
          <a:xfrm flipH="1" flipV="1">
            <a:off x="2207539" y="5353786"/>
            <a:ext cx="848679" cy="849112"/>
          </a:xfrm>
          <a:prstGeom prst="arc">
            <a:avLst>
              <a:gd name="adj1" fmla="val 5696985"/>
              <a:gd name="adj2" fmla="val 16225599"/>
            </a:avLst>
          </a:prstGeom>
          <a:ln cap="rnd">
            <a:gradFill>
              <a:gsLst>
                <a:gs pos="100000">
                  <a:srgbClr val="376FFF">
                    <a:alpha val="20000"/>
                  </a:srgbClr>
                </a:gs>
                <a:gs pos="18000">
                  <a:srgbClr val="376FFF">
                    <a:alpha val="0"/>
                  </a:srgbClr>
                </a:gs>
              </a:gsLst>
              <a:lin ang="16200000" scaled="1"/>
            </a:gradFill>
            <a:round/>
          </a:ln>
        </p:spPr>
        <p:style>
          <a:lnRef idx="2">
            <a:srgbClr val="376FFF"/>
          </a:lnRef>
          <a:fillRef idx="0">
            <a:srgbClr val="FFFFFF"/>
          </a:fillRef>
          <a:effectRef idx="0">
            <a:srgbClr val="FFFFFF"/>
          </a:effectRef>
          <a:fontRef idx="minor">
            <a:srgbClr val="000000"/>
          </a:fontRef>
        </p:style>
        <p:txBody>
          <a:bodyPr rtlCol="0" anchor="ctr"/>
          <a:p>
            <a:pPr algn="ctr"/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4" name="椭圆 23"/>
          <p:cNvSpPr/>
          <p:nvPr>
            <p:custDataLst>
              <p:tags r:id="rId22"/>
            </p:custDataLst>
          </p:nvPr>
        </p:nvSpPr>
        <p:spPr>
          <a:xfrm>
            <a:off x="854980" y="5400093"/>
            <a:ext cx="756065" cy="756065"/>
          </a:xfrm>
          <a:prstGeom prst="ellipse">
            <a:avLst/>
          </a:prstGeom>
          <a:gradFill>
            <a:gsLst>
              <a:gs pos="0">
                <a:srgbClr val="376FFF">
                  <a:lumMod val="60000"/>
                  <a:lumOff val="40000"/>
                </a:srgbClr>
              </a:gs>
              <a:gs pos="91000">
                <a:srgbClr val="376FFF"/>
              </a:gs>
            </a:gsLst>
            <a:lin ang="2700000" scaled="0"/>
          </a:gradFill>
          <a:ln>
            <a:noFill/>
          </a:ln>
          <a:effectLst>
            <a:outerShdw blurRad="139700" dist="76200" dir="5400000" algn="t" rotWithShape="0">
              <a:srgbClr val="376FFF">
                <a:lumMod val="75000"/>
                <a:alpha val="15000"/>
              </a:srgbClr>
            </a:outerShdw>
          </a:effectLst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sym typeface="微软雅黑" panose="020B0503020204020204" charset="-122"/>
              </a:rPr>
              <a:t>作业区设置专岗</a:t>
            </a:r>
            <a:endParaRPr lang="zh-CN" altLang="en-US" sz="1000" b="1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9" name="弧形 38"/>
          <p:cNvSpPr/>
          <p:nvPr>
            <p:custDataLst>
              <p:tags r:id="rId23"/>
            </p:custDataLst>
          </p:nvPr>
        </p:nvSpPr>
        <p:spPr>
          <a:xfrm>
            <a:off x="808673" y="5353786"/>
            <a:ext cx="848679" cy="849112"/>
          </a:xfrm>
          <a:prstGeom prst="arc">
            <a:avLst>
              <a:gd name="adj1" fmla="val 5696985"/>
              <a:gd name="adj2" fmla="val 16225599"/>
            </a:avLst>
          </a:prstGeom>
          <a:ln cap="rnd">
            <a:gradFill>
              <a:gsLst>
                <a:gs pos="100000">
                  <a:srgbClr val="376FFF">
                    <a:alpha val="20000"/>
                  </a:srgbClr>
                </a:gs>
                <a:gs pos="18000">
                  <a:srgbClr val="376FFF">
                    <a:alpha val="0"/>
                  </a:srgbClr>
                </a:gs>
              </a:gsLst>
              <a:lin ang="16200000" scaled="1"/>
            </a:gradFill>
            <a:round/>
          </a:ln>
        </p:spPr>
        <p:style>
          <a:lnRef idx="2">
            <a:srgbClr val="376FFF"/>
          </a:lnRef>
          <a:fillRef idx="0">
            <a:srgbClr val="FFFFFF"/>
          </a:fillRef>
          <a:effectRef idx="0">
            <a:srgbClr val="FFFFFF"/>
          </a:effectRef>
          <a:fontRef idx="minor">
            <a:srgbClr val="000000"/>
          </a:fontRef>
        </p:style>
        <p:txBody>
          <a:bodyPr rtlCol="0" anchor="ctr"/>
          <a:p>
            <a:pPr algn="ctr"/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0" name="弧形 39"/>
          <p:cNvSpPr/>
          <p:nvPr>
            <p:custDataLst>
              <p:tags r:id="rId24"/>
            </p:custDataLst>
          </p:nvPr>
        </p:nvSpPr>
        <p:spPr>
          <a:xfrm flipH="1" flipV="1">
            <a:off x="808673" y="5353786"/>
            <a:ext cx="848679" cy="849112"/>
          </a:xfrm>
          <a:prstGeom prst="arc">
            <a:avLst>
              <a:gd name="adj1" fmla="val 5696985"/>
              <a:gd name="adj2" fmla="val 16225599"/>
            </a:avLst>
          </a:prstGeom>
          <a:ln cap="rnd">
            <a:gradFill>
              <a:gsLst>
                <a:gs pos="100000">
                  <a:srgbClr val="376FFF">
                    <a:alpha val="20000"/>
                  </a:srgbClr>
                </a:gs>
                <a:gs pos="18000">
                  <a:srgbClr val="376FFF">
                    <a:alpha val="0"/>
                  </a:srgbClr>
                </a:gs>
              </a:gsLst>
              <a:lin ang="16200000" scaled="1"/>
            </a:gradFill>
            <a:round/>
          </a:ln>
        </p:spPr>
        <p:style>
          <a:lnRef idx="2">
            <a:srgbClr val="376FFF"/>
          </a:lnRef>
          <a:fillRef idx="0">
            <a:srgbClr val="FFFFFF"/>
          </a:fillRef>
          <a:effectRef idx="0">
            <a:srgbClr val="FFFFFF"/>
          </a:effectRef>
          <a:fontRef idx="minor">
            <a:srgbClr val="000000"/>
          </a:fontRef>
        </p:style>
        <p:txBody>
          <a:bodyPr rtlCol="0" anchor="ctr"/>
          <a:p>
            <a:pPr algn="ctr"/>
            <a:endParaRPr lang="zh-CN" altLang="en-US" sz="100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5" name="椭圆 24"/>
          <p:cNvSpPr/>
          <p:nvPr>
            <p:custDataLst>
              <p:tags r:id="rId25"/>
            </p:custDataLst>
          </p:nvPr>
        </p:nvSpPr>
        <p:spPr>
          <a:xfrm>
            <a:off x="3735262" y="5400093"/>
            <a:ext cx="756065" cy="756065"/>
          </a:xfrm>
          <a:prstGeom prst="ellipse">
            <a:avLst/>
          </a:prstGeom>
          <a:gradFill>
            <a:gsLst>
              <a:gs pos="0">
                <a:srgbClr val="376FFF">
                  <a:lumMod val="60000"/>
                  <a:lumOff val="40000"/>
                </a:srgbClr>
              </a:gs>
              <a:gs pos="91000">
                <a:srgbClr val="376FFF"/>
              </a:gs>
            </a:gsLst>
            <a:lin ang="2700000" scaled="0"/>
          </a:gradFill>
          <a:ln>
            <a:noFill/>
          </a:ln>
          <a:effectLst>
            <a:outerShdw blurRad="139700" dist="76200" dir="5400000" algn="t" rotWithShape="0">
              <a:srgbClr val="376FFF">
                <a:lumMod val="75000"/>
                <a:alpha val="15000"/>
              </a:srgbClr>
            </a:outerShdw>
          </a:effectLst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 b="1">
                <a:latin typeface="Arial" panose="020B0604020202020204" pitchFamily="34" charset="0"/>
                <a:ea typeface="微软雅黑" panose="020B0503020204020204" charset="-122"/>
                <a:sym typeface="微软雅黑" panose="020B0503020204020204" charset="-122"/>
              </a:rPr>
              <a:t>按清单作业接料</a:t>
            </a:r>
            <a:endParaRPr lang="zh-CN" altLang="en-US" sz="1000" b="1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5" name="弧形 54"/>
          <p:cNvSpPr/>
          <p:nvPr>
            <p:custDataLst>
              <p:tags r:id="rId26"/>
            </p:custDataLst>
          </p:nvPr>
        </p:nvSpPr>
        <p:spPr>
          <a:xfrm>
            <a:off x="3688955" y="5353786"/>
            <a:ext cx="848679" cy="849112"/>
          </a:xfrm>
          <a:prstGeom prst="arc">
            <a:avLst>
              <a:gd name="adj1" fmla="val 5696985"/>
              <a:gd name="adj2" fmla="val 16225599"/>
            </a:avLst>
          </a:prstGeom>
          <a:ln cap="rnd">
            <a:gradFill>
              <a:gsLst>
                <a:gs pos="100000">
                  <a:srgbClr val="376FFF">
                    <a:alpha val="20000"/>
                  </a:srgbClr>
                </a:gs>
                <a:gs pos="18000">
                  <a:srgbClr val="376FFF">
                    <a:alpha val="0"/>
                  </a:srgbClr>
                </a:gs>
              </a:gsLst>
              <a:lin ang="16200000" scaled="1"/>
            </a:gradFill>
            <a:round/>
          </a:ln>
        </p:spPr>
        <p:style>
          <a:lnRef idx="2">
            <a:srgbClr val="376FFF"/>
          </a:lnRef>
          <a:fillRef idx="0">
            <a:srgbClr val="FFFFFF"/>
          </a:fillRef>
          <a:effectRef idx="0">
            <a:srgbClr val="FFFFFF"/>
          </a:effectRef>
          <a:fontRef idx="minor">
            <a:srgbClr val="000000"/>
          </a:fontRef>
        </p:style>
        <p:txBody>
          <a:bodyPr rtlCol="0" anchor="ctr"/>
          <a:p>
            <a:pPr algn="ctr"/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6" name="弧形 55"/>
          <p:cNvSpPr/>
          <p:nvPr>
            <p:custDataLst>
              <p:tags r:id="rId27"/>
            </p:custDataLst>
          </p:nvPr>
        </p:nvSpPr>
        <p:spPr>
          <a:xfrm flipH="1" flipV="1">
            <a:off x="3688955" y="5353786"/>
            <a:ext cx="848679" cy="849112"/>
          </a:xfrm>
          <a:prstGeom prst="arc">
            <a:avLst>
              <a:gd name="adj1" fmla="val 5696985"/>
              <a:gd name="adj2" fmla="val 16225599"/>
            </a:avLst>
          </a:prstGeom>
          <a:ln cap="rnd">
            <a:gradFill>
              <a:gsLst>
                <a:gs pos="100000">
                  <a:srgbClr val="376FFF">
                    <a:alpha val="20000"/>
                  </a:srgbClr>
                </a:gs>
                <a:gs pos="18000">
                  <a:srgbClr val="376FFF">
                    <a:alpha val="0"/>
                  </a:srgbClr>
                </a:gs>
              </a:gsLst>
              <a:lin ang="16200000" scaled="1"/>
            </a:gradFill>
            <a:round/>
          </a:ln>
        </p:spPr>
        <p:style>
          <a:lnRef idx="2">
            <a:srgbClr val="376FFF"/>
          </a:lnRef>
          <a:fillRef idx="0">
            <a:srgbClr val="FFFFFF"/>
          </a:fillRef>
          <a:effectRef idx="0">
            <a:srgbClr val="FFFFFF"/>
          </a:effectRef>
          <a:fontRef idx="minor">
            <a:srgbClr val="000000"/>
          </a:fontRef>
        </p:style>
        <p:txBody>
          <a:bodyPr rtlCol="0" anchor="ctr"/>
          <a:p>
            <a:pPr algn="ctr"/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6" name="椭圆 25"/>
          <p:cNvSpPr/>
          <p:nvPr>
            <p:custDataLst>
              <p:tags r:id="rId28"/>
            </p:custDataLst>
          </p:nvPr>
        </p:nvSpPr>
        <p:spPr>
          <a:xfrm>
            <a:off x="5323993" y="5400093"/>
            <a:ext cx="756065" cy="756065"/>
          </a:xfrm>
          <a:prstGeom prst="ellipse">
            <a:avLst/>
          </a:prstGeom>
          <a:gradFill>
            <a:gsLst>
              <a:gs pos="0">
                <a:srgbClr val="376FFF">
                  <a:lumMod val="60000"/>
                  <a:lumOff val="40000"/>
                </a:srgbClr>
              </a:gs>
              <a:gs pos="91000">
                <a:srgbClr val="376FFF"/>
              </a:gs>
            </a:gsLst>
            <a:lin ang="2700000" scaled="0"/>
          </a:gradFill>
          <a:ln>
            <a:noFill/>
          </a:ln>
          <a:effectLst>
            <a:outerShdw blurRad="139700" dist="76200" dir="5400000" algn="t" rotWithShape="0">
              <a:srgbClr val="376FFF">
                <a:lumMod val="75000"/>
                <a:alpha val="15000"/>
              </a:srgbClr>
            </a:outerShdw>
          </a:effectLst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sym typeface="微软雅黑" panose="020B0503020204020204" charset="-122"/>
              </a:rPr>
              <a:t>工具核对丝印</a:t>
            </a:r>
            <a:endParaRPr lang="zh-CN" altLang="en-US" sz="1000" b="1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8" name="弧形 57"/>
          <p:cNvSpPr/>
          <p:nvPr>
            <p:custDataLst>
              <p:tags r:id="rId29"/>
            </p:custDataLst>
          </p:nvPr>
        </p:nvSpPr>
        <p:spPr>
          <a:xfrm>
            <a:off x="5278119" y="5353786"/>
            <a:ext cx="848679" cy="849112"/>
          </a:xfrm>
          <a:prstGeom prst="arc">
            <a:avLst>
              <a:gd name="adj1" fmla="val 5696985"/>
              <a:gd name="adj2" fmla="val 16225599"/>
            </a:avLst>
          </a:prstGeom>
          <a:ln cap="rnd">
            <a:gradFill>
              <a:gsLst>
                <a:gs pos="100000">
                  <a:srgbClr val="376FFF">
                    <a:alpha val="20000"/>
                  </a:srgbClr>
                </a:gs>
                <a:gs pos="18000">
                  <a:srgbClr val="376FFF">
                    <a:alpha val="0"/>
                  </a:srgbClr>
                </a:gs>
              </a:gsLst>
              <a:lin ang="16200000" scaled="1"/>
            </a:gradFill>
            <a:round/>
          </a:ln>
        </p:spPr>
        <p:style>
          <a:lnRef idx="2">
            <a:srgbClr val="376FFF"/>
          </a:lnRef>
          <a:fillRef idx="0">
            <a:srgbClr val="FFFFFF"/>
          </a:fillRef>
          <a:effectRef idx="0">
            <a:srgbClr val="FFFFFF"/>
          </a:effectRef>
          <a:fontRef idx="minor">
            <a:srgbClr val="000000"/>
          </a:fontRef>
        </p:style>
        <p:txBody>
          <a:bodyPr rtlCol="0" anchor="ctr"/>
          <a:p>
            <a:pPr algn="ctr"/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9" name="弧形 58"/>
          <p:cNvSpPr/>
          <p:nvPr>
            <p:custDataLst>
              <p:tags r:id="rId30"/>
            </p:custDataLst>
          </p:nvPr>
        </p:nvSpPr>
        <p:spPr>
          <a:xfrm flipH="1" flipV="1">
            <a:off x="5278119" y="5353786"/>
            <a:ext cx="848679" cy="849112"/>
          </a:xfrm>
          <a:prstGeom prst="arc">
            <a:avLst>
              <a:gd name="adj1" fmla="val 5696985"/>
              <a:gd name="adj2" fmla="val 16225599"/>
            </a:avLst>
          </a:prstGeom>
          <a:ln cap="rnd">
            <a:gradFill>
              <a:gsLst>
                <a:gs pos="100000">
                  <a:srgbClr val="376FFF">
                    <a:alpha val="20000"/>
                  </a:srgbClr>
                </a:gs>
                <a:gs pos="18000">
                  <a:srgbClr val="376FFF">
                    <a:alpha val="0"/>
                  </a:srgbClr>
                </a:gs>
              </a:gsLst>
              <a:lin ang="16200000" scaled="1"/>
            </a:gradFill>
            <a:round/>
          </a:ln>
        </p:spPr>
        <p:style>
          <a:lnRef idx="2">
            <a:srgbClr val="376FFF"/>
          </a:lnRef>
          <a:fillRef idx="0">
            <a:srgbClr val="FFFFFF"/>
          </a:fillRef>
          <a:effectRef idx="0">
            <a:srgbClr val="FFFFFF"/>
          </a:effectRef>
          <a:fontRef idx="minor">
            <a:srgbClr val="000000"/>
          </a:fontRef>
        </p:style>
        <p:txBody>
          <a:bodyPr rtlCol="0" anchor="ctr"/>
          <a:p>
            <a:pPr algn="ctr"/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60" name="燕尾形 59"/>
          <p:cNvSpPr/>
          <p:nvPr>
            <p:custDataLst>
              <p:tags r:id="rId31"/>
            </p:custDataLst>
          </p:nvPr>
        </p:nvSpPr>
        <p:spPr>
          <a:xfrm>
            <a:off x="1814497" y="5697845"/>
            <a:ext cx="103867" cy="160561"/>
          </a:xfrm>
          <a:prstGeom prst="chevron">
            <a:avLst>
              <a:gd name="adj" fmla="val 57291"/>
            </a:avLst>
          </a:prstGeom>
          <a:gradFill>
            <a:gsLst>
              <a:gs pos="0">
                <a:srgbClr val="376FFF">
                  <a:lumMod val="60000"/>
                  <a:lumOff val="40000"/>
                  <a:alpha val="63000"/>
                </a:srgbClr>
              </a:gs>
              <a:gs pos="98000">
                <a:srgbClr val="376FFF"/>
              </a:gs>
            </a:gsLst>
            <a:lin ang="2700000" scaled="0"/>
          </a:gradFill>
          <a:ln>
            <a:noFill/>
          </a:ln>
          <a:effectLst>
            <a:outerShdw blurRad="114300" dist="38100" dir="8100000" algn="tr" rotWithShape="0">
              <a:srgbClr val="376FFF">
                <a:lumMod val="75000"/>
                <a:alpha val="15000"/>
              </a:srgbClr>
            </a:outerShdw>
          </a:effectLst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endParaRPr lang="en-US" altLang="zh-CN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61" name="燕尾形 60"/>
          <p:cNvSpPr/>
          <p:nvPr>
            <p:custDataLst>
              <p:tags r:id="rId32"/>
            </p:custDataLst>
          </p:nvPr>
        </p:nvSpPr>
        <p:spPr>
          <a:xfrm>
            <a:off x="1937839" y="5697845"/>
            <a:ext cx="103867" cy="160561"/>
          </a:xfrm>
          <a:prstGeom prst="chevron">
            <a:avLst>
              <a:gd name="adj" fmla="val 57291"/>
            </a:avLst>
          </a:prstGeom>
          <a:gradFill>
            <a:gsLst>
              <a:gs pos="0">
                <a:srgbClr val="376FFF">
                  <a:lumMod val="60000"/>
                  <a:lumOff val="40000"/>
                  <a:alpha val="63000"/>
                </a:srgbClr>
              </a:gs>
              <a:gs pos="98000">
                <a:srgbClr val="376FFF"/>
              </a:gs>
            </a:gsLst>
            <a:lin ang="2700000" scaled="0"/>
          </a:gradFill>
          <a:ln>
            <a:noFill/>
          </a:ln>
          <a:effectLst>
            <a:outerShdw blurRad="114300" dist="38100" dir="8100000" algn="tr" rotWithShape="0">
              <a:srgbClr val="376FFF">
                <a:lumMod val="75000"/>
                <a:alpha val="15000"/>
              </a:srgbClr>
            </a:outerShdw>
          </a:effectLst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sym typeface="微软雅黑" panose="020B0503020204020204" charset="-122"/>
              </a:rPr>
              <a:t> </a:t>
            </a:r>
            <a:endParaRPr lang="en-US" altLang="zh-CN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6" name="燕尾形 65"/>
          <p:cNvSpPr/>
          <p:nvPr>
            <p:custDataLst>
              <p:tags r:id="rId33"/>
            </p:custDataLst>
          </p:nvPr>
        </p:nvSpPr>
        <p:spPr>
          <a:xfrm>
            <a:off x="3205108" y="5697845"/>
            <a:ext cx="103867" cy="160561"/>
          </a:xfrm>
          <a:prstGeom prst="chevron">
            <a:avLst>
              <a:gd name="adj" fmla="val 57291"/>
            </a:avLst>
          </a:prstGeom>
          <a:gradFill>
            <a:gsLst>
              <a:gs pos="0">
                <a:srgbClr val="376FFF">
                  <a:lumMod val="60000"/>
                  <a:lumOff val="40000"/>
                  <a:alpha val="63000"/>
                </a:srgbClr>
              </a:gs>
              <a:gs pos="98000">
                <a:srgbClr val="376FFF"/>
              </a:gs>
            </a:gsLst>
            <a:lin ang="2700000" scaled="0"/>
          </a:gradFill>
          <a:ln>
            <a:noFill/>
          </a:ln>
          <a:effectLst>
            <a:outerShdw blurRad="114300" dist="38100" dir="8100000" algn="tr" rotWithShape="0">
              <a:srgbClr val="376FFF">
                <a:lumMod val="75000"/>
                <a:alpha val="15000"/>
              </a:srgbClr>
            </a:outerShdw>
          </a:effectLst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endParaRPr lang="en-US" altLang="zh-CN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67" name="燕尾形 66"/>
          <p:cNvSpPr/>
          <p:nvPr>
            <p:custDataLst>
              <p:tags r:id="rId34"/>
            </p:custDataLst>
          </p:nvPr>
        </p:nvSpPr>
        <p:spPr>
          <a:xfrm>
            <a:off x="3328450" y="5697845"/>
            <a:ext cx="103867" cy="160561"/>
          </a:xfrm>
          <a:prstGeom prst="chevron">
            <a:avLst>
              <a:gd name="adj" fmla="val 57291"/>
            </a:avLst>
          </a:prstGeom>
          <a:gradFill>
            <a:gsLst>
              <a:gs pos="0">
                <a:srgbClr val="376FFF">
                  <a:lumMod val="60000"/>
                  <a:lumOff val="40000"/>
                  <a:alpha val="63000"/>
                </a:srgbClr>
              </a:gs>
              <a:gs pos="98000">
                <a:srgbClr val="376FFF"/>
              </a:gs>
            </a:gsLst>
            <a:lin ang="2700000" scaled="0"/>
          </a:gradFill>
          <a:ln>
            <a:noFill/>
          </a:ln>
          <a:effectLst>
            <a:outerShdw blurRad="114300" dist="38100" dir="8100000" algn="tr" rotWithShape="0">
              <a:srgbClr val="376FFF">
                <a:lumMod val="75000"/>
                <a:alpha val="15000"/>
              </a:srgbClr>
            </a:outerShdw>
          </a:effectLst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sym typeface="微软雅黑" panose="020B0503020204020204" charset="-122"/>
              </a:rPr>
              <a:t> </a:t>
            </a:r>
            <a:endParaRPr lang="en-US" altLang="zh-CN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9" name="燕尾形 68"/>
          <p:cNvSpPr/>
          <p:nvPr>
            <p:custDataLst>
              <p:tags r:id="rId35"/>
            </p:custDataLst>
          </p:nvPr>
        </p:nvSpPr>
        <p:spPr>
          <a:xfrm>
            <a:off x="4794272" y="5697845"/>
            <a:ext cx="103867" cy="160561"/>
          </a:xfrm>
          <a:prstGeom prst="chevron">
            <a:avLst>
              <a:gd name="adj" fmla="val 57291"/>
            </a:avLst>
          </a:prstGeom>
          <a:gradFill>
            <a:gsLst>
              <a:gs pos="0">
                <a:srgbClr val="376FFF">
                  <a:lumMod val="60000"/>
                  <a:lumOff val="40000"/>
                  <a:alpha val="63000"/>
                </a:srgbClr>
              </a:gs>
              <a:gs pos="98000">
                <a:srgbClr val="376FFF"/>
              </a:gs>
            </a:gsLst>
            <a:lin ang="2700000" scaled="0"/>
          </a:gradFill>
          <a:ln>
            <a:noFill/>
          </a:ln>
          <a:effectLst>
            <a:outerShdw blurRad="114300" dist="38100" dir="8100000" algn="tr" rotWithShape="0">
              <a:srgbClr val="376FFF">
                <a:lumMod val="75000"/>
                <a:alpha val="15000"/>
              </a:srgbClr>
            </a:outerShdw>
          </a:effectLst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endParaRPr lang="en-US" altLang="zh-CN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0" name="燕尾形 69"/>
          <p:cNvSpPr/>
          <p:nvPr>
            <p:custDataLst>
              <p:tags r:id="rId36"/>
            </p:custDataLst>
          </p:nvPr>
        </p:nvSpPr>
        <p:spPr>
          <a:xfrm>
            <a:off x="4917181" y="5697845"/>
            <a:ext cx="103867" cy="160561"/>
          </a:xfrm>
          <a:prstGeom prst="chevron">
            <a:avLst>
              <a:gd name="adj" fmla="val 57291"/>
            </a:avLst>
          </a:prstGeom>
          <a:gradFill>
            <a:gsLst>
              <a:gs pos="0">
                <a:srgbClr val="376FFF">
                  <a:lumMod val="60000"/>
                  <a:lumOff val="40000"/>
                  <a:alpha val="63000"/>
                </a:srgbClr>
              </a:gs>
              <a:gs pos="98000">
                <a:srgbClr val="376FFF"/>
              </a:gs>
            </a:gsLst>
            <a:lin ang="2700000" scaled="0"/>
          </a:gradFill>
          <a:ln>
            <a:noFill/>
          </a:ln>
          <a:effectLst>
            <a:outerShdw blurRad="114300" dist="38100" dir="8100000" algn="tr" rotWithShape="0">
              <a:srgbClr val="376FFF">
                <a:lumMod val="75000"/>
                <a:alpha val="15000"/>
              </a:srgbClr>
            </a:outerShdw>
          </a:effectLst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sym typeface="微软雅黑" panose="020B0503020204020204" charset="-122"/>
              </a:rPr>
              <a:t> </a:t>
            </a:r>
            <a:endParaRPr lang="en-US" altLang="zh-CN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0" name="椭圆 49"/>
          <p:cNvSpPr/>
          <p:nvPr>
            <p:custDataLst>
              <p:tags r:id="rId37"/>
            </p:custDataLst>
          </p:nvPr>
        </p:nvSpPr>
        <p:spPr>
          <a:xfrm>
            <a:off x="6683567" y="5410888"/>
            <a:ext cx="756065" cy="756065"/>
          </a:xfrm>
          <a:prstGeom prst="ellipse">
            <a:avLst/>
          </a:prstGeom>
          <a:gradFill>
            <a:gsLst>
              <a:gs pos="0">
                <a:srgbClr val="376FFF">
                  <a:lumMod val="60000"/>
                  <a:lumOff val="40000"/>
                </a:srgbClr>
              </a:gs>
              <a:gs pos="91000">
                <a:srgbClr val="376FFF"/>
              </a:gs>
            </a:gsLst>
            <a:lin ang="2700000" scaled="0"/>
          </a:gradFill>
          <a:ln>
            <a:noFill/>
          </a:ln>
          <a:effectLst>
            <a:outerShdw blurRad="139700" dist="76200" dir="5400000" algn="t" rotWithShape="0">
              <a:srgbClr val="376FFF">
                <a:lumMod val="75000"/>
                <a:alpha val="15000"/>
              </a:srgbClr>
            </a:outerShdw>
          </a:effectLst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sym typeface="微软雅黑" panose="020B0503020204020204" charset="-122"/>
              </a:rPr>
              <a:t>仪器测量</a:t>
            </a:r>
            <a:r>
              <a:rPr lang="en-US" altLang="zh-CN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sym typeface="微软雅黑" panose="020B0503020204020204" charset="-122"/>
              </a:rPr>
              <a:t> </a:t>
            </a:r>
            <a:endParaRPr lang="en-US" altLang="zh-CN" sz="1000" b="1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1" name="弧形 50"/>
          <p:cNvSpPr/>
          <p:nvPr>
            <p:custDataLst>
              <p:tags r:id="rId38"/>
            </p:custDataLst>
          </p:nvPr>
        </p:nvSpPr>
        <p:spPr>
          <a:xfrm>
            <a:off x="7998700" y="5400141"/>
            <a:ext cx="848679" cy="849112"/>
          </a:xfrm>
          <a:prstGeom prst="arc">
            <a:avLst>
              <a:gd name="adj1" fmla="val 5696985"/>
              <a:gd name="adj2" fmla="val 16225599"/>
            </a:avLst>
          </a:prstGeom>
          <a:ln cap="rnd">
            <a:gradFill>
              <a:gsLst>
                <a:gs pos="100000">
                  <a:srgbClr val="376FFF">
                    <a:alpha val="20000"/>
                  </a:srgbClr>
                </a:gs>
                <a:gs pos="18000">
                  <a:srgbClr val="376FFF">
                    <a:alpha val="0"/>
                  </a:srgbClr>
                </a:gs>
              </a:gsLst>
              <a:lin ang="16200000" scaled="1"/>
            </a:gradFill>
            <a:round/>
          </a:ln>
        </p:spPr>
        <p:style>
          <a:lnRef idx="2">
            <a:srgbClr val="376FFF"/>
          </a:lnRef>
          <a:fillRef idx="0">
            <a:srgbClr val="FFFFFF"/>
          </a:fillRef>
          <a:effectRef idx="0">
            <a:srgbClr val="FFFFFF"/>
          </a:effectRef>
          <a:fontRef idx="minor">
            <a:srgbClr val="000000"/>
          </a:fontRef>
        </p:style>
        <p:txBody>
          <a:bodyPr rtlCol="0" anchor="ctr"/>
          <a:p>
            <a:pPr algn="ctr"/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3" name="燕尾形 52"/>
          <p:cNvSpPr/>
          <p:nvPr>
            <p:custDataLst>
              <p:tags r:id="rId39"/>
            </p:custDataLst>
          </p:nvPr>
        </p:nvSpPr>
        <p:spPr>
          <a:xfrm>
            <a:off x="6411617" y="5697845"/>
            <a:ext cx="103867" cy="160561"/>
          </a:xfrm>
          <a:prstGeom prst="chevron">
            <a:avLst>
              <a:gd name="adj" fmla="val 57291"/>
            </a:avLst>
          </a:prstGeom>
          <a:gradFill>
            <a:gsLst>
              <a:gs pos="0">
                <a:srgbClr val="376FFF">
                  <a:lumMod val="60000"/>
                  <a:lumOff val="40000"/>
                  <a:alpha val="63000"/>
                </a:srgbClr>
              </a:gs>
              <a:gs pos="98000">
                <a:srgbClr val="376FFF"/>
              </a:gs>
            </a:gsLst>
            <a:lin ang="2700000" scaled="0"/>
          </a:gradFill>
          <a:ln>
            <a:noFill/>
          </a:ln>
          <a:effectLst>
            <a:outerShdw blurRad="114300" dist="38100" dir="8100000" algn="tr" rotWithShape="0">
              <a:srgbClr val="376FFF">
                <a:lumMod val="75000"/>
                <a:alpha val="15000"/>
              </a:srgbClr>
            </a:outerShdw>
          </a:effectLst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endParaRPr lang="en-US" altLang="zh-CN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7" name="燕尾形 56"/>
          <p:cNvSpPr/>
          <p:nvPr>
            <p:custDataLst>
              <p:tags r:id="rId40"/>
            </p:custDataLst>
          </p:nvPr>
        </p:nvSpPr>
        <p:spPr>
          <a:xfrm>
            <a:off x="6307477" y="5697845"/>
            <a:ext cx="103867" cy="160561"/>
          </a:xfrm>
          <a:prstGeom prst="chevron">
            <a:avLst>
              <a:gd name="adj" fmla="val 57291"/>
            </a:avLst>
          </a:prstGeom>
          <a:gradFill>
            <a:gsLst>
              <a:gs pos="0">
                <a:srgbClr val="376FFF">
                  <a:lumMod val="60000"/>
                  <a:lumOff val="40000"/>
                  <a:alpha val="63000"/>
                </a:srgbClr>
              </a:gs>
              <a:gs pos="98000">
                <a:srgbClr val="376FFF"/>
              </a:gs>
            </a:gsLst>
            <a:lin ang="2700000" scaled="0"/>
          </a:gradFill>
          <a:ln>
            <a:noFill/>
          </a:ln>
          <a:effectLst>
            <a:outerShdw blurRad="114300" dist="38100" dir="8100000" algn="tr" rotWithShape="0">
              <a:srgbClr val="376FFF">
                <a:lumMod val="75000"/>
                <a:alpha val="15000"/>
              </a:srgbClr>
            </a:outerShdw>
          </a:effectLst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endParaRPr lang="en-US" altLang="zh-CN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62" name="燕尾形 61"/>
          <p:cNvSpPr/>
          <p:nvPr>
            <p:custDataLst>
              <p:tags r:id="rId41"/>
            </p:custDataLst>
          </p:nvPr>
        </p:nvSpPr>
        <p:spPr>
          <a:xfrm>
            <a:off x="7679712" y="5697845"/>
            <a:ext cx="103867" cy="160561"/>
          </a:xfrm>
          <a:prstGeom prst="chevron">
            <a:avLst>
              <a:gd name="adj" fmla="val 57291"/>
            </a:avLst>
          </a:prstGeom>
          <a:gradFill>
            <a:gsLst>
              <a:gs pos="0">
                <a:srgbClr val="376FFF">
                  <a:lumMod val="60000"/>
                  <a:lumOff val="40000"/>
                  <a:alpha val="63000"/>
                </a:srgbClr>
              </a:gs>
              <a:gs pos="98000">
                <a:srgbClr val="376FFF"/>
              </a:gs>
            </a:gsLst>
            <a:lin ang="2700000" scaled="0"/>
          </a:gradFill>
          <a:ln>
            <a:noFill/>
          </a:ln>
          <a:effectLst>
            <a:outerShdw blurRad="114300" dist="38100" dir="8100000" algn="tr" rotWithShape="0">
              <a:srgbClr val="376FFF">
                <a:lumMod val="75000"/>
                <a:alpha val="15000"/>
              </a:srgbClr>
            </a:outerShdw>
          </a:effectLst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endParaRPr lang="en-US" altLang="zh-CN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63" name="燕尾形 62"/>
          <p:cNvSpPr/>
          <p:nvPr>
            <p:custDataLst>
              <p:tags r:id="rId42"/>
            </p:custDataLst>
          </p:nvPr>
        </p:nvSpPr>
        <p:spPr>
          <a:xfrm>
            <a:off x="7783852" y="5697845"/>
            <a:ext cx="103867" cy="160561"/>
          </a:xfrm>
          <a:prstGeom prst="chevron">
            <a:avLst>
              <a:gd name="adj" fmla="val 57291"/>
            </a:avLst>
          </a:prstGeom>
          <a:gradFill>
            <a:gsLst>
              <a:gs pos="0">
                <a:srgbClr val="376FFF">
                  <a:lumMod val="60000"/>
                  <a:lumOff val="40000"/>
                  <a:alpha val="63000"/>
                </a:srgbClr>
              </a:gs>
              <a:gs pos="98000">
                <a:srgbClr val="376FFF"/>
              </a:gs>
            </a:gsLst>
            <a:lin ang="2700000" scaled="0"/>
          </a:gradFill>
          <a:ln>
            <a:noFill/>
          </a:ln>
          <a:effectLst>
            <a:outerShdw blurRad="114300" dist="38100" dir="8100000" algn="tr" rotWithShape="0">
              <a:srgbClr val="376FFF">
                <a:lumMod val="75000"/>
                <a:alpha val="15000"/>
              </a:srgbClr>
            </a:outerShdw>
          </a:effectLst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endParaRPr lang="en-US" altLang="zh-CN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64" name="弧形 63"/>
          <p:cNvSpPr/>
          <p:nvPr>
            <p:custDataLst>
              <p:tags r:id="rId43"/>
            </p:custDataLst>
          </p:nvPr>
        </p:nvSpPr>
        <p:spPr>
          <a:xfrm>
            <a:off x="10738484" y="5388076"/>
            <a:ext cx="848679" cy="849112"/>
          </a:xfrm>
          <a:prstGeom prst="arc">
            <a:avLst>
              <a:gd name="adj1" fmla="val 5696985"/>
              <a:gd name="adj2" fmla="val 16225599"/>
            </a:avLst>
          </a:prstGeom>
          <a:ln cap="rnd">
            <a:gradFill>
              <a:gsLst>
                <a:gs pos="100000">
                  <a:srgbClr val="376FFF">
                    <a:alpha val="20000"/>
                  </a:srgbClr>
                </a:gs>
                <a:gs pos="18000">
                  <a:srgbClr val="376FFF">
                    <a:alpha val="0"/>
                  </a:srgbClr>
                </a:gs>
              </a:gsLst>
              <a:lin ang="16200000" scaled="1"/>
            </a:gradFill>
            <a:round/>
          </a:ln>
        </p:spPr>
        <p:style>
          <a:lnRef idx="2">
            <a:srgbClr val="376FFF"/>
          </a:lnRef>
          <a:fillRef idx="0">
            <a:srgbClr val="FFFFFF"/>
          </a:fillRef>
          <a:effectRef idx="0">
            <a:srgbClr val="FFFFFF"/>
          </a:effectRef>
          <a:fontRef idx="minor">
            <a:srgbClr val="000000"/>
          </a:fontRef>
        </p:style>
        <p:txBody>
          <a:bodyPr rtlCol="0" anchor="ctr"/>
          <a:p>
            <a:pPr algn="ctr"/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65" name="椭圆 64"/>
          <p:cNvSpPr/>
          <p:nvPr>
            <p:custDataLst>
              <p:tags r:id="rId44"/>
            </p:custDataLst>
          </p:nvPr>
        </p:nvSpPr>
        <p:spPr>
          <a:xfrm>
            <a:off x="8044968" y="5436288"/>
            <a:ext cx="756065" cy="756065"/>
          </a:xfrm>
          <a:prstGeom prst="ellipse">
            <a:avLst/>
          </a:prstGeom>
          <a:gradFill>
            <a:gsLst>
              <a:gs pos="0">
                <a:srgbClr val="376FFF">
                  <a:lumMod val="60000"/>
                  <a:lumOff val="40000"/>
                </a:srgbClr>
              </a:gs>
              <a:gs pos="91000">
                <a:srgbClr val="376FFF"/>
              </a:gs>
            </a:gsLst>
            <a:lin ang="2700000" scaled="0"/>
          </a:gradFill>
          <a:ln>
            <a:noFill/>
          </a:ln>
          <a:effectLst>
            <a:outerShdw blurRad="139700" dist="76200" dir="5400000" algn="t" rotWithShape="0">
              <a:srgbClr val="376FFF">
                <a:lumMod val="75000"/>
                <a:alpha val="15000"/>
              </a:srgbClr>
            </a:outerShdw>
          </a:effectLst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sym typeface="微软雅黑" panose="020B0503020204020204" charset="-122"/>
              </a:rPr>
              <a:t>粘贴唯一追溯标签</a:t>
            </a:r>
            <a:endParaRPr lang="zh-CN" altLang="en-US" sz="1000" b="1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8" name="弧形 67"/>
          <p:cNvSpPr/>
          <p:nvPr>
            <p:custDataLst>
              <p:tags r:id="rId45"/>
            </p:custDataLst>
          </p:nvPr>
        </p:nvSpPr>
        <p:spPr>
          <a:xfrm>
            <a:off x="5532119" y="5607786"/>
            <a:ext cx="848679" cy="849112"/>
          </a:xfrm>
          <a:prstGeom prst="arc">
            <a:avLst>
              <a:gd name="adj1" fmla="val 5696985"/>
              <a:gd name="adj2" fmla="val 16225599"/>
            </a:avLst>
          </a:prstGeom>
          <a:ln cap="rnd">
            <a:gradFill>
              <a:gsLst>
                <a:gs pos="100000">
                  <a:srgbClr val="376FFF">
                    <a:alpha val="20000"/>
                  </a:srgbClr>
                </a:gs>
                <a:gs pos="18000">
                  <a:srgbClr val="376FFF">
                    <a:alpha val="0"/>
                  </a:srgbClr>
                </a:gs>
              </a:gsLst>
              <a:lin ang="16200000" scaled="1"/>
            </a:gradFill>
            <a:round/>
          </a:ln>
        </p:spPr>
        <p:style>
          <a:lnRef idx="2">
            <a:srgbClr val="376FFF"/>
          </a:lnRef>
          <a:fillRef idx="0">
            <a:srgbClr val="FFFFFF"/>
          </a:fillRef>
          <a:effectRef idx="0">
            <a:srgbClr val="FFFFFF"/>
          </a:effectRef>
          <a:fontRef idx="minor">
            <a:srgbClr val="000000"/>
          </a:fontRef>
        </p:style>
        <p:txBody>
          <a:bodyPr rtlCol="0" anchor="ctr"/>
          <a:p>
            <a:pPr algn="ctr"/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1" name="弧形 70"/>
          <p:cNvSpPr/>
          <p:nvPr>
            <p:custDataLst>
              <p:tags r:id="rId46"/>
            </p:custDataLst>
          </p:nvPr>
        </p:nvSpPr>
        <p:spPr>
          <a:xfrm flipH="1" flipV="1">
            <a:off x="7998459" y="5388076"/>
            <a:ext cx="848679" cy="849112"/>
          </a:xfrm>
          <a:prstGeom prst="arc">
            <a:avLst>
              <a:gd name="adj1" fmla="val 5696985"/>
              <a:gd name="adj2" fmla="val 16225599"/>
            </a:avLst>
          </a:prstGeom>
          <a:ln cap="rnd">
            <a:gradFill>
              <a:gsLst>
                <a:gs pos="100000">
                  <a:srgbClr val="376FFF">
                    <a:alpha val="20000"/>
                  </a:srgbClr>
                </a:gs>
                <a:gs pos="18000">
                  <a:srgbClr val="376FFF">
                    <a:alpha val="0"/>
                  </a:srgbClr>
                </a:gs>
              </a:gsLst>
              <a:lin ang="16200000" scaled="1"/>
            </a:gradFill>
            <a:round/>
          </a:ln>
        </p:spPr>
        <p:style>
          <a:lnRef idx="2">
            <a:srgbClr val="376FFF"/>
          </a:lnRef>
          <a:fillRef idx="0">
            <a:srgbClr val="FFFFFF"/>
          </a:fillRef>
          <a:effectRef idx="0">
            <a:srgbClr val="FFFFFF"/>
          </a:effectRef>
          <a:fontRef idx="minor">
            <a:srgbClr val="000000"/>
          </a:fontRef>
        </p:style>
        <p:txBody>
          <a:bodyPr rtlCol="0" anchor="ctr"/>
          <a:p>
            <a:pPr algn="ctr"/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2" name="弧形 71"/>
          <p:cNvSpPr/>
          <p:nvPr>
            <p:custDataLst>
              <p:tags r:id="rId47"/>
            </p:custDataLst>
          </p:nvPr>
        </p:nvSpPr>
        <p:spPr>
          <a:xfrm>
            <a:off x="6637019" y="5388076"/>
            <a:ext cx="848679" cy="849112"/>
          </a:xfrm>
          <a:prstGeom prst="arc">
            <a:avLst>
              <a:gd name="adj1" fmla="val 5696985"/>
              <a:gd name="adj2" fmla="val 16225599"/>
            </a:avLst>
          </a:prstGeom>
          <a:ln cap="rnd">
            <a:gradFill>
              <a:gsLst>
                <a:gs pos="100000">
                  <a:srgbClr val="376FFF">
                    <a:alpha val="20000"/>
                  </a:srgbClr>
                </a:gs>
                <a:gs pos="18000">
                  <a:srgbClr val="376FFF">
                    <a:alpha val="0"/>
                  </a:srgbClr>
                </a:gs>
              </a:gsLst>
              <a:lin ang="16200000" scaled="1"/>
            </a:gradFill>
            <a:round/>
          </a:ln>
        </p:spPr>
        <p:style>
          <a:lnRef idx="2">
            <a:srgbClr val="376FFF"/>
          </a:lnRef>
          <a:fillRef idx="0">
            <a:srgbClr val="FFFFFF"/>
          </a:fillRef>
          <a:effectRef idx="0">
            <a:srgbClr val="FFFFFF"/>
          </a:effectRef>
          <a:fontRef idx="minor">
            <a:srgbClr val="000000"/>
          </a:fontRef>
        </p:style>
        <p:txBody>
          <a:bodyPr rtlCol="0" anchor="ctr"/>
          <a:p>
            <a:pPr algn="ctr"/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3" name="燕尾形 72"/>
          <p:cNvSpPr/>
          <p:nvPr>
            <p:custDataLst>
              <p:tags r:id="rId48"/>
            </p:custDataLst>
          </p:nvPr>
        </p:nvSpPr>
        <p:spPr>
          <a:xfrm>
            <a:off x="9004322" y="5697845"/>
            <a:ext cx="103867" cy="160561"/>
          </a:xfrm>
          <a:prstGeom prst="chevron">
            <a:avLst>
              <a:gd name="adj" fmla="val 57291"/>
            </a:avLst>
          </a:prstGeom>
          <a:gradFill>
            <a:gsLst>
              <a:gs pos="0">
                <a:srgbClr val="376FFF">
                  <a:lumMod val="60000"/>
                  <a:lumOff val="40000"/>
                  <a:alpha val="63000"/>
                </a:srgbClr>
              </a:gs>
              <a:gs pos="98000">
                <a:srgbClr val="376FFF"/>
              </a:gs>
            </a:gsLst>
            <a:lin ang="2700000" scaled="0"/>
          </a:gradFill>
          <a:ln>
            <a:noFill/>
          </a:ln>
          <a:effectLst>
            <a:outerShdw blurRad="114300" dist="38100" dir="8100000" algn="tr" rotWithShape="0">
              <a:srgbClr val="376FFF">
                <a:lumMod val="75000"/>
                <a:alpha val="15000"/>
              </a:srgbClr>
            </a:outerShdw>
          </a:effectLst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endParaRPr lang="en-US" altLang="zh-CN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4" name="燕尾形 73"/>
          <p:cNvSpPr/>
          <p:nvPr>
            <p:custDataLst>
              <p:tags r:id="rId49"/>
            </p:custDataLst>
          </p:nvPr>
        </p:nvSpPr>
        <p:spPr>
          <a:xfrm>
            <a:off x="9108462" y="5697845"/>
            <a:ext cx="103867" cy="160561"/>
          </a:xfrm>
          <a:prstGeom prst="chevron">
            <a:avLst>
              <a:gd name="adj" fmla="val 57291"/>
            </a:avLst>
          </a:prstGeom>
          <a:gradFill>
            <a:gsLst>
              <a:gs pos="0">
                <a:srgbClr val="376FFF">
                  <a:lumMod val="60000"/>
                  <a:lumOff val="40000"/>
                  <a:alpha val="63000"/>
                </a:srgbClr>
              </a:gs>
              <a:gs pos="98000">
                <a:srgbClr val="376FFF"/>
              </a:gs>
            </a:gsLst>
            <a:lin ang="2700000" scaled="0"/>
          </a:gradFill>
          <a:ln>
            <a:noFill/>
          </a:ln>
          <a:effectLst>
            <a:outerShdw blurRad="114300" dist="38100" dir="8100000" algn="tr" rotWithShape="0">
              <a:srgbClr val="376FFF">
                <a:lumMod val="75000"/>
                <a:alpha val="15000"/>
              </a:srgbClr>
            </a:outerShdw>
          </a:effectLst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endParaRPr lang="en-US" altLang="zh-CN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5" name="椭圆 74"/>
          <p:cNvSpPr/>
          <p:nvPr>
            <p:custDataLst>
              <p:tags r:id="rId50"/>
            </p:custDataLst>
          </p:nvPr>
        </p:nvSpPr>
        <p:spPr>
          <a:xfrm>
            <a:off x="9468003" y="5436288"/>
            <a:ext cx="756065" cy="756065"/>
          </a:xfrm>
          <a:prstGeom prst="ellipse">
            <a:avLst/>
          </a:prstGeom>
          <a:gradFill>
            <a:gsLst>
              <a:gs pos="0">
                <a:srgbClr val="376FFF">
                  <a:lumMod val="60000"/>
                  <a:lumOff val="40000"/>
                </a:srgbClr>
              </a:gs>
              <a:gs pos="91000">
                <a:srgbClr val="376FFF"/>
              </a:gs>
            </a:gsLst>
            <a:lin ang="2700000" scaled="0"/>
          </a:gradFill>
          <a:ln>
            <a:noFill/>
          </a:ln>
          <a:effectLst>
            <a:outerShdw blurRad="139700" dist="76200" dir="5400000" algn="t" rotWithShape="0">
              <a:srgbClr val="376FFF">
                <a:lumMod val="75000"/>
                <a:alpha val="15000"/>
              </a:srgbClr>
            </a:outerShdw>
          </a:effectLst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sym typeface="微软雅黑" panose="020B0503020204020204" charset="-122"/>
              </a:rPr>
              <a:t>填写记录单</a:t>
            </a:r>
            <a:endParaRPr lang="zh-CN" altLang="en-US" sz="1000" b="1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6" name="弧形 75"/>
          <p:cNvSpPr/>
          <p:nvPr>
            <p:custDataLst>
              <p:tags r:id="rId51"/>
            </p:custDataLst>
          </p:nvPr>
        </p:nvSpPr>
        <p:spPr>
          <a:xfrm flipH="1" flipV="1">
            <a:off x="9404349" y="5388076"/>
            <a:ext cx="848679" cy="849112"/>
          </a:xfrm>
          <a:prstGeom prst="arc">
            <a:avLst>
              <a:gd name="adj1" fmla="val 5696985"/>
              <a:gd name="adj2" fmla="val 16225599"/>
            </a:avLst>
          </a:prstGeom>
          <a:ln cap="rnd">
            <a:gradFill>
              <a:gsLst>
                <a:gs pos="100000">
                  <a:srgbClr val="376FFF">
                    <a:alpha val="20000"/>
                  </a:srgbClr>
                </a:gs>
                <a:gs pos="18000">
                  <a:srgbClr val="376FFF">
                    <a:alpha val="0"/>
                  </a:srgbClr>
                </a:gs>
              </a:gsLst>
              <a:lin ang="16200000" scaled="1"/>
            </a:gradFill>
            <a:round/>
          </a:ln>
        </p:spPr>
        <p:style>
          <a:lnRef idx="2">
            <a:srgbClr val="376FFF"/>
          </a:lnRef>
          <a:fillRef idx="0">
            <a:srgbClr val="FFFFFF"/>
          </a:fillRef>
          <a:effectRef idx="0">
            <a:srgbClr val="FFFFFF"/>
          </a:effectRef>
          <a:fontRef idx="minor">
            <a:srgbClr val="000000"/>
          </a:fontRef>
        </p:style>
        <p:txBody>
          <a:bodyPr rtlCol="0" anchor="ctr"/>
          <a:p>
            <a:pPr algn="ctr"/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7" name="燕尾形 76"/>
          <p:cNvSpPr/>
          <p:nvPr>
            <p:custDataLst>
              <p:tags r:id="rId52"/>
            </p:custDataLst>
          </p:nvPr>
        </p:nvSpPr>
        <p:spPr>
          <a:xfrm>
            <a:off x="10544197" y="5697845"/>
            <a:ext cx="103867" cy="160561"/>
          </a:xfrm>
          <a:prstGeom prst="chevron">
            <a:avLst>
              <a:gd name="adj" fmla="val 57291"/>
            </a:avLst>
          </a:prstGeom>
          <a:gradFill>
            <a:gsLst>
              <a:gs pos="0">
                <a:srgbClr val="376FFF">
                  <a:lumMod val="60000"/>
                  <a:lumOff val="40000"/>
                  <a:alpha val="63000"/>
                </a:srgbClr>
              </a:gs>
              <a:gs pos="98000">
                <a:srgbClr val="376FFF"/>
              </a:gs>
            </a:gsLst>
            <a:lin ang="2700000" scaled="0"/>
          </a:gradFill>
          <a:ln>
            <a:noFill/>
          </a:ln>
          <a:effectLst>
            <a:outerShdw blurRad="114300" dist="38100" dir="8100000" algn="tr" rotWithShape="0">
              <a:srgbClr val="376FFF">
                <a:lumMod val="75000"/>
                <a:alpha val="15000"/>
              </a:srgbClr>
            </a:outerShdw>
          </a:effectLst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endParaRPr lang="en-US" altLang="zh-CN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8" name="燕尾形 77"/>
          <p:cNvSpPr/>
          <p:nvPr>
            <p:custDataLst>
              <p:tags r:id="rId53"/>
            </p:custDataLst>
          </p:nvPr>
        </p:nvSpPr>
        <p:spPr>
          <a:xfrm>
            <a:off x="10440057" y="5697845"/>
            <a:ext cx="103867" cy="160561"/>
          </a:xfrm>
          <a:prstGeom prst="chevron">
            <a:avLst>
              <a:gd name="adj" fmla="val 57291"/>
            </a:avLst>
          </a:prstGeom>
          <a:gradFill>
            <a:gsLst>
              <a:gs pos="0">
                <a:srgbClr val="376FFF">
                  <a:lumMod val="60000"/>
                  <a:lumOff val="40000"/>
                  <a:alpha val="63000"/>
                </a:srgbClr>
              </a:gs>
              <a:gs pos="98000">
                <a:srgbClr val="376FFF"/>
              </a:gs>
            </a:gsLst>
            <a:lin ang="2700000" scaled="0"/>
          </a:gradFill>
          <a:ln>
            <a:noFill/>
          </a:ln>
          <a:effectLst>
            <a:outerShdw blurRad="114300" dist="38100" dir="8100000" algn="tr" rotWithShape="0">
              <a:srgbClr val="376FFF">
                <a:lumMod val="75000"/>
                <a:alpha val="15000"/>
              </a:srgbClr>
            </a:outerShdw>
          </a:effectLst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endParaRPr lang="en-US" altLang="zh-CN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9" name="椭圆 78"/>
          <p:cNvSpPr/>
          <p:nvPr>
            <p:custDataLst>
              <p:tags r:id="rId54"/>
            </p:custDataLst>
          </p:nvPr>
        </p:nvSpPr>
        <p:spPr>
          <a:xfrm>
            <a:off x="10831348" y="5436288"/>
            <a:ext cx="756065" cy="756065"/>
          </a:xfrm>
          <a:prstGeom prst="ellipse">
            <a:avLst/>
          </a:prstGeom>
          <a:gradFill>
            <a:gsLst>
              <a:gs pos="0">
                <a:srgbClr val="376FFF">
                  <a:lumMod val="60000"/>
                  <a:lumOff val="40000"/>
                </a:srgbClr>
              </a:gs>
              <a:gs pos="91000">
                <a:srgbClr val="376FFF"/>
              </a:gs>
            </a:gsLst>
            <a:lin ang="2700000" scaled="0"/>
          </a:gradFill>
          <a:ln>
            <a:noFill/>
          </a:ln>
          <a:effectLst>
            <a:outerShdw blurRad="139700" dist="76200" dir="5400000" algn="t" rotWithShape="0">
              <a:srgbClr val="376FFF">
                <a:lumMod val="75000"/>
                <a:alpha val="15000"/>
              </a:srgbClr>
            </a:outerShdw>
          </a:effectLst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sym typeface="微软雅黑" panose="020B0503020204020204" charset="-122"/>
              </a:rPr>
              <a:t>巡检</a:t>
            </a:r>
            <a:r>
              <a:rPr lang="en-US" altLang="zh-CN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sym typeface="微软雅黑" panose="020B0503020204020204" charset="-122"/>
              </a:rPr>
              <a:t>100%</a:t>
            </a:r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sym typeface="微软雅黑" panose="020B0503020204020204" charset="-122"/>
              </a:rPr>
              <a:t>复核</a:t>
            </a:r>
            <a:endParaRPr lang="zh-CN" altLang="en-US" sz="1000" b="1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0" name="矩形 79"/>
          <p:cNvSpPr/>
          <p:nvPr>
            <p:custDataLst>
              <p:tags r:id="rId55"/>
            </p:custDataLst>
          </p:nvPr>
        </p:nvSpPr>
        <p:spPr bwMode="auto">
          <a:xfrm>
            <a:off x="60960" y="5436235"/>
            <a:ext cx="511810" cy="662305"/>
          </a:xfrm>
          <a:prstGeom prst="rect">
            <a:avLst/>
          </a:prstGeom>
          <a:gradFill>
            <a:gsLst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72000" tIns="36000" rIns="72000" bIns="36000" anchor="ctr">
            <a:no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流程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2" name="右箭头 81"/>
          <p:cNvSpPr/>
          <p:nvPr/>
        </p:nvSpPr>
        <p:spPr>
          <a:xfrm>
            <a:off x="583565" y="5535295"/>
            <a:ext cx="186690" cy="4635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32715" y="109855"/>
            <a:ext cx="90335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7</a:t>
            </a:r>
            <a:r>
              <a:rPr lang="zh-CN" altLang="en-US" sz="2800" b="1"/>
              <a:t>、</a:t>
            </a:r>
            <a:r>
              <a:rPr lang="en-US" altLang="zh-CN" sz="2800" b="1"/>
              <a:t>SMT</a:t>
            </a:r>
            <a:r>
              <a:rPr lang="zh-CN" altLang="en-US" sz="2800" b="1"/>
              <a:t>站点防错料</a:t>
            </a:r>
            <a:r>
              <a:rPr lang="en-US" altLang="zh-CN" sz="2800" b="1"/>
              <a:t>--</a:t>
            </a:r>
            <a:r>
              <a:rPr lang="zh-CN" altLang="en-US" sz="2800" b="1">
                <a:solidFill>
                  <a:srgbClr val="FF0000"/>
                </a:solidFill>
                <a:sym typeface="+mn-ea"/>
              </a:rPr>
              <a:t>自动点料与</a:t>
            </a:r>
            <a:r>
              <a:rPr lang="zh-CN" altLang="en-US" sz="2800" b="1">
                <a:solidFill>
                  <a:srgbClr val="FF0000"/>
                </a:solidFill>
                <a:sym typeface="+mn-ea"/>
              </a:rPr>
              <a:t>扫码打印标签错误</a:t>
            </a:r>
            <a:endParaRPr lang="zh-CN" altLang="en-US" sz="2800"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32715" y="109855"/>
            <a:ext cx="86582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7</a:t>
            </a:r>
            <a:r>
              <a:rPr lang="zh-CN" altLang="en-US" sz="2800" b="1"/>
              <a:t>、</a:t>
            </a:r>
            <a:r>
              <a:rPr lang="en-US" altLang="zh-CN" sz="2800" b="1"/>
              <a:t>SMT</a:t>
            </a:r>
            <a:r>
              <a:rPr lang="zh-CN" altLang="en-US" sz="2800" b="1"/>
              <a:t>站点防错料</a:t>
            </a:r>
            <a:r>
              <a:rPr lang="en-US" altLang="zh-CN" sz="2800" b="1"/>
              <a:t>--</a:t>
            </a:r>
            <a:r>
              <a:rPr lang="zh-CN" altLang="en-US" sz="2800" b="1">
                <a:solidFill>
                  <a:srgbClr val="060BF8"/>
                </a:solidFill>
                <a:sym typeface="+mn-ea"/>
              </a:rPr>
              <a:t>X-Ray点料与标签管理防错控制</a:t>
            </a:r>
            <a:endParaRPr lang="zh-CN" altLang="en-US" sz="2800" b="1">
              <a:solidFill>
                <a:srgbClr val="060BF8"/>
              </a:solidFill>
              <a:sym typeface="+mn-ea"/>
            </a:endParaRPr>
          </a:p>
        </p:txBody>
      </p:sp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3065780" y="4961890"/>
            <a:ext cx="4719955" cy="7956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• </a:t>
            </a:r>
            <a:r>
              <a:rPr lang="zh-CN" altLang="en-US" sz="1200" dirty="0">
                <a:solidFill>
                  <a:srgbClr val="FF0000"/>
                </a:solidFill>
                <a:latin typeface="+mn-ea"/>
                <a:cs typeface="+mn-ea"/>
              </a:rPr>
              <a:t>信息源错误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：点料机读取的物料信息（如料号）本身有误。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• </a:t>
            </a:r>
            <a:r>
              <a:rPr lang="zh-CN" altLang="en-US" sz="1200" dirty="0">
                <a:solidFill>
                  <a:srgbClr val="FF0000"/>
                </a:solidFill>
                <a:latin typeface="+mn-ea"/>
                <a:cs typeface="+mn-ea"/>
              </a:rPr>
              <a:t>打印延迟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：一次打印多张标签，导致拿取、粘贴时混乱。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• </a:t>
            </a:r>
            <a:r>
              <a:rPr lang="zh-CN" altLang="en-US" sz="1200" dirty="0">
                <a:solidFill>
                  <a:srgbClr val="FF0000"/>
                </a:solidFill>
                <a:latin typeface="+mn-ea"/>
                <a:cs typeface="+mn-ea"/>
              </a:rPr>
              <a:t>粘贴不牢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：标签脱落，导致物料再次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“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身份丢失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”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072209" y="4391201"/>
            <a:ext cx="5181520" cy="484762"/>
          </a:xfrm>
          <a:prstGeom prst="rect">
            <a:avLst/>
          </a:prstGeom>
          <a:noFill/>
        </p:spPr>
        <p:txBody>
          <a:bodyPr wrap="square" lIns="0" tIns="0" rIns="0" bIns="3600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5"/>
                </a:solidFill>
                <a:latin typeface="+mn-ea"/>
                <a:cs typeface="+mn-ea"/>
              </a:rPr>
              <a:t>标签管理（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  <a:cs typeface="+mn-ea"/>
              </a:rPr>
              <a:t>信息准确与绑定</a:t>
            </a:r>
            <a:r>
              <a:rPr lang="zh-CN" altLang="en-US" b="1" dirty="0">
                <a:solidFill>
                  <a:schemeClr val="accent5"/>
                </a:solidFill>
                <a:latin typeface="+mn-ea"/>
                <a:cs typeface="+mn-ea"/>
              </a:rPr>
              <a:t>）</a:t>
            </a:r>
            <a:endParaRPr lang="zh-CN" altLang="en-US" b="1" dirty="0">
              <a:solidFill>
                <a:schemeClr val="accent5"/>
              </a:solidFill>
              <a:latin typeface="+mn-ea"/>
              <a:cs typeface="+mn-ea"/>
            </a:endParaRPr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3072130" y="1250950"/>
            <a:ext cx="4403725" cy="7956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• 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误收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“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问题料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”：接收</a:t>
            </a:r>
            <a:r>
              <a:rPr lang="en-US" altLang="zh-CN" sz="1200" dirty="0">
                <a:solidFill>
                  <a:srgbClr val="FF0000"/>
                </a:solidFill>
                <a:latin typeface="+mn-ea"/>
                <a:cs typeface="+mn-ea"/>
              </a:rPr>
              <a:t>内含多个接头的料盘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，点料数量失真。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• 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接收无身份物料：标签遗失的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“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光盘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”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料，无法追溯与核对。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• 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接收未检料：跳过品质巡检的最终确认，接收状态不明的物料。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>
            <a:off x="3072209" y="766208"/>
            <a:ext cx="5181520" cy="484762"/>
          </a:xfrm>
          <a:prstGeom prst="rect">
            <a:avLst/>
          </a:prstGeom>
          <a:noFill/>
        </p:spPr>
        <p:txBody>
          <a:bodyPr wrap="square" lIns="0" tIns="0" rIns="0" bIns="3600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5"/>
                </a:solidFill>
                <a:latin typeface="+mn-ea"/>
                <a:cs typeface="+mn-ea"/>
              </a:rPr>
              <a:t>接收确认（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  <a:cs typeface="+mn-ea"/>
              </a:rPr>
              <a:t>作业准入条件</a:t>
            </a:r>
            <a:r>
              <a:rPr lang="zh-CN" altLang="en-US" b="1" dirty="0">
                <a:solidFill>
                  <a:schemeClr val="accent5"/>
                </a:solidFill>
                <a:latin typeface="+mn-ea"/>
                <a:cs typeface="+mn-ea"/>
              </a:rPr>
              <a:t>）</a:t>
            </a:r>
            <a:endParaRPr lang="zh-CN" altLang="en-US" b="1" dirty="0">
              <a:solidFill>
                <a:schemeClr val="accent5"/>
              </a:solidFill>
              <a:latin typeface="+mn-ea"/>
              <a:cs typeface="+mn-ea"/>
            </a:endParaRPr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3065780" y="3089275"/>
            <a:ext cx="4719955" cy="7956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• 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同时扫描打印多盘物料，导致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 “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张冠李戴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”—</a:t>
            </a:r>
            <a:r>
              <a:rPr lang="en-US" altLang="zh-CN" sz="1200" dirty="0">
                <a:solidFill>
                  <a:srgbClr val="FF0000"/>
                </a:solidFill>
                <a:latin typeface="+mn-ea"/>
                <a:cs typeface="+mn-ea"/>
              </a:rPr>
              <a:t>A</a:t>
            </a:r>
            <a:r>
              <a:rPr lang="zh-CN" altLang="en-US" sz="1200" dirty="0">
                <a:solidFill>
                  <a:srgbClr val="FF0000"/>
                </a:solidFill>
                <a:latin typeface="+mn-ea"/>
                <a:cs typeface="+mn-ea"/>
              </a:rPr>
              <a:t>料标签贴在</a:t>
            </a:r>
            <a:r>
              <a:rPr lang="en-US" altLang="zh-CN" sz="1200" dirty="0">
                <a:solidFill>
                  <a:srgbClr val="FF0000"/>
                </a:solidFill>
                <a:latin typeface="+mn-ea"/>
                <a:cs typeface="+mn-ea"/>
              </a:rPr>
              <a:t>B</a:t>
            </a:r>
            <a:r>
              <a:rPr lang="zh-CN" altLang="en-US" sz="1200" dirty="0">
                <a:solidFill>
                  <a:srgbClr val="FF0000"/>
                </a:solidFill>
                <a:latin typeface="+mn-ea"/>
                <a:cs typeface="+mn-ea"/>
              </a:rPr>
              <a:t>料盘上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• 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中断干扰：作业中途被干扰，返回后混淆操作对象。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• 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无追溯记录：出错后无法回溯是哪个物料员、在何时操作的哪盘料。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>
            <a:off x="3065859" y="2576799"/>
            <a:ext cx="5181520" cy="484762"/>
          </a:xfrm>
          <a:prstGeom prst="rect">
            <a:avLst/>
          </a:prstGeom>
          <a:noFill/>
        </p:spPr>
        <p:txBody>
          <a:bodyPr wrap="square" lIns="0" tIns="0" rIns="0" bIns="36000" rtlCol="0" anchor="b">
            <a:noAutofit/>
          </a:bodyPr>
          <a:p>
            <a:pPr lvl="0" algn="l">
              <a:buClrTx/>
              <a:buSzTx/>
              <a:buFontTx/>
            </a:pPr>
            <a:r>
              <a:rPr lang="zh-CN" altLang="en-US" b="1" dirty="0">
                <a:solidFill>
                  <a:schemeClr val="accent6"/>
                </a:solidFill>
                <a:latin typeface="+mn-ea"/>
                <a:cs typeface="+mn-ea"/>
                <a:sym typeface="+mn-ea"/>
              </a:rPr>
              <a:t>作业流程（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防交叉错贴</a:t>
            </a:r>
            <a:r>
              <a:rPr lang="zh-CN" altLang="en-US" b="1" dirty="0">
                <a:solidFill>
                  <a:schemeClr val="accent6"/>
                </a:solidFill>
                <a:latin typeface="+mn-ea"/>
                <a:cs typeface="+mn-ea"/>
                <a:sym typeface="+mn-ea"/>
              </a:rPr>
              <a:t>）</a:t>
            </a:r>
            <a:endParaRPr lang="zh-CN" altLang="en-US" b="1" dirty="0">
              <a:solidFill>
                <a:schemeClr val="accent6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7" name="任意多边形: 形状 26"/>
          <p:cNvSpPr/>
          <p:nvPr>
            <p:custDataLst>
              <p:tags r:id="rId7"/>
            </p:custDataLst>
          </p:nvPr>
        </p:nvSpPr>
        <p:spPr>
          <a:xfrm>
            <a:off x="132715" y="1496466"/>
            <a:ext cx="2647832" cy="3485286"/>
          </a:xfrm>
          <a:custGeom>
            <a:avLst/>
            <a:gdLst>
              <a:gd name="connsiteX0" fmla="*/ 1084579 w 3172579"/>
              <a:gd name="connsiteY0" fmla="*/ 0 h 4176000"/>
              <a:gd name="connsiteX1" fmla="*/ 3172579 w 3172579"/>
              <a:gd name="connsiteY1" fmla="*/ 2088000 h 4176000"/>
              <a:gd name="connsiteX2" fmla="*/ 1084579 w 3172579"/>
              <a:gd name="connsiteY2" fmla="*/ 4176000 h 4176000"/>
              <a:gd name="connsiteX3" fmla="*/ 89315 w 3172579"/>
              <a:gd name="connsiteY3" fmla="*/ 3923990 h 4176000"/>
              <a:gd name="connsiteX4" fmla="*/ 0 w 3172579"/>
              <a:gd name="connsiteY4" fmla="*/ 3869730 h 4176000"/>
              <a:gd name="connsiteX5" fmla="*/ 0 w 3172579"/>
              <a:gd name="connsiteY5" fmla="*/ 306270 h 4176000"/>
              <a:gd name="connsiteX6" fmla="*/ 89315 w 3172579"/>
              <a:gd name="connsiteY6" fmla="*/ 252010 h 4176000"/>
              <a:gd name="connsiteX7" fmla="*/ 1084579 w 3172579"/>
              <a:gd name="connsiteY7" fmla="*/ 0 h 417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72579" h="4176000">
                <a:moveTo>
                  <a:pt x="1084579" y="0"/>
                </a:moveTo>
                <a:cubicBezTo>
                  <a:pt x="2237750" y="0"/>
                  <a:pt x="3172579" y="934829"/>
                  <a:pt x="3172579" y="2088000"/>
                </a:cubicBezTo>
                <a:cubicBezTo>
                  <a:pt x="3172579" y="3241171"/>
                  <a:pt x="2237750" y="4176000"/>
                  <a:pt x="1084579" y="4176000"/>
                </a:cubicBezTo>
                <a:cubicBezTo>
                  <a:pt x="724213" y="4176000"/>
                  <a:pt x="385170" y="4084708"/>
                  <a:pt x="89315" y="3923990"/>
                </a:cubicBezTo>
                <a:lnTo>
                  <a:pt x="0" y="3869730"/>
                </a:lnTo>
                <a:lnTo>
                  <a:pt x="0" y="306270"/>
                </a:lnTo>
                <a:lnTo>
                  <a:pt x="89315" y="252010"/>
                </a:lnTo>
                <a:cubicBezTo>
                  <a:pt x="385170" y="91292"/>
                  <a:pt x="724213" y="0"/>
                  <a:pt x="1084579" y="0"/>
                </a:cubicBezTo>
                <a:close/>
              </a:path>
            </a:pathLst>
          </a:custGeom>
          <a:noFill/>
          <a:ln>
            <a:gradFill>
              <a:gsLst>
                <a:gs pos="100000">
                  <a:schemeClr val="tx1">
                    <a:lumMod val="50000"/>
                    <a:lumOff val="50000"/>
                    <a:alpha val="30000"/>
                  </a:schemeClr>
                </a:gs>
                <a:gs pos="15000">
                  <a:srgbClr val="FFFFFF">
                    <a:lumMod val="20000"/>
                    <a:lumOff val="80000"/>
                    <a:alpha val="0"/>
                  </a:srgb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12" name="椭圆 11"/>
          <p:cNvSpPr/>
          <p:nvPr>
            <p:custDataLst>
              <p:tags r:id="rId8"/>
            </p:custDataLst>
          </p:nvPr>
        </p:nvSpPr>
        <p:spPr>
          <a:xfrm>
            <a:off x="2215856" y="2982417"/>
            <a:ext cx="507182" cy="507182"/>
          </a:xfrm>
          <a:prstGeom prst="ellipse">
            <a:avLst/>
          </a:prstGeom>
          <a:solidFill>
            <a:schemeClr val="accent6"/>
          </a:solidFill>
          <a:ln>
            <a:gradFill>
              <a:gsLst>
                <a:gs pos="37000">
                  <a:srgbClr val="FFFFFF"/>
                </a:gs>
                <a:gs pos="0">
                  <a:schemeClr val="accent6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  <a:gs pos="71000">
                  <a:schemeClr val="accent6">
                    <a:lumMod val="20000"/>
                    <a:lumOff val="80000"/>
                    <a:alpha val="100000"/>
                  </a:schemeClr>
                </a:gs>
              </a:gsLst>
              <a:lin ang="1578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02</a:t>
            </a:r>
            <a:endParaRPr lang="en-US" altLang="zh-CN" sz="1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3" name="椭圆 32"/>
          <p:cNvSpPr/>
          <p:nvPr>
            <p:custDataLst>
              <p:tags r:id="rId9"/>
            </p:custDataLst>
          </p:nvPr>
        </p:nvSpPr>
        <p:spPr>
          <a:xfrm>
            <a:off x="1746832" y="1496569"/>
            <a:ext cx="507182" cy="507182"/>
          </a:xfrm>
          <a:prstGeom prst="ellipse">
            <a:avLst/>
          </a:prstGeom>
          <a:solidFill>
            <a:schemeClr val="accent5"/>
          </a:solidFill>
          <a:ln>
            <a:gradFill>
              <a:gsLst>
                <a:gs pos="37000">
                  <a:srgbClr val="FFFFFF"/>
                </a:gs>
                <a:gs pos="0">
                  <a:schemeClr val="accent5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  <a:gs pos="71000">
                  <a:schemeClr val="accent5">
                    <a:lumMod val="20000"/>
                    <a:lumOff val="80000"/>
                    <a:alpha val="100000"/>
                  </a:schemeClr>
                </a:gs>
              </a:gsLst>
              <a:lin ang="1578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45720" bIns="45720" numCol="1" spcCol="0" rtlCol="0" fromWordArt="0" anchor="ctr" anchorCtr="0" forceAA="0" compatLnSpc="1">
            <a:no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1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01</a:t>
            </a:r>
            <a:endParaRPr lang="en-US" altLang="zh-CN" sz="14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4" name="椭圆 23"/>
          <p:cNvSpPr/>
          <p:nvPr>
            <p:custDataLst>
              <p:tags r:id="rId10"/>
            </p:custDataLst>
          </p:nvPr>
        </p:nvSpPr>
        <p:spPr>
          <a:xfrm>
            <a:off x="1746832" y="4306326"/>
            <a:ext cx="507182" cy="507182"/>
          </a:xfrm>
          <a:prstGeom prst="ellipse">
            <a:avLst/>
          </a:prstGeom>
          <a:solidFill>
            <a:schemeClr val="accent5"/>
          </a:solidFill>
          <a:ln>
            <a:gradFill>
              <a:gsLst>
                <a:gs pos="37000">
                  <a:srgbClr val="FFFFFF"/>
                </a:gs>
                <a:gs pos="0">
                  <a:schemeClr val="accent5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  <a:gs pos="71000">
                  <a:schemeClr val="accent5">
                    <a:lumMod val="20000"/>
                    <a:lumOff val="80000"/>
                    <a:alpha val="100000"/>
                  </a:schemeClr>
                </a:gs>
              </a:gsLst>
              <a:lin ang="162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1400" b="1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03</a:t>
            </a:r>
            <a:endParaRPr lang="en-US" altLang="zh-CN" sz="14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9" name="椭圆 8"/>
          <p:cNvSpPr/>
          <p:nvPr>
            <p:custDataLst>
              <p:tags r:id="rId11"/>
            </p:custDataLst>
          </p:nvPr>
        </p:nvSpPr>
        <p:spPr>
          <a:xfrm>
            <a:off x="376062" y="2328597"/>
            <a:ext cx="1497044" cy="1481026"/>
          </a:xfrm>
          <a:prstGeom prst="ellipse">
            <a:avLst/>
          </a:prstGeom>
          <a:solidFill>
            <a:schemeClr val="accent5"/>
          </a:solidFill>
          <a:ln>
            <a:gradFill>
              <a:gsLst>
                <a:gs pos="37000">
                  <a:srgbClr val="FFFFFF"/>
                </a:gs>
                <a:gs pos="0">
                  <a:schemeClr val="accent5">
                    <a:lumMod val="45000"/>
                    <a:lumOff val="55000"/>
                    <a:alpha val="100000"/>
                  </a:schemeClr>
                </a:gs>
                <a:gs pos="100000">
                  <a:srgbClr val="FFFFFF"/>
                </a:gs>
                <a:gs pos="71000">
                  <a:schemeClr val="accent5">
                    <a:lumMod val="30000"/>
                    <a:lumOff val="70000"/>
                    <a:alpha val="100000"/>
                  </a:schemeClr>
                </a:gs>
              </a:gsLst>
              <a:lin ang="162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spc="150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料盘标签</a:t>
            </a:r>
            <a:r>
              <a:rPr lang="zh-CN" altLang="en-US" sz="2000" b="1" spc="150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管理</a:t>
            </a:r>
            <a:endParaRPr lang="zh-CN" altLang="en-US" sz="2000" b="1" spc="150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" name="矩形 3"/>
          <p:cNvSpPr/>
          <p:nvPr>
            <p:custDataLst>
              <p:tags r:id="rId12"/>
            </p:custDataLst>
          </p:nvPr>
        </p:nvSpPr>
        <p:spPr>
          <a:xfrm>
            <a:off x="8519795" y="923925"/>
            <a:ext cx="3467735" cy="144970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• 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+mn-ea"/>
              </a:rPr>
              <a:t>查接头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：目视检查料盘，如有接头（无尾数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确认），拒收并退回产线要求处理。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• 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+mn-ea"/>
              </a:rPr>
              <a:t>查原标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：核对原始工单标签，信息模糊或缺失，拒收。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• 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+mn-ea"/>
              </a:rPr>
              <a:t>查签章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：确认有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IPQC “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尾料合格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”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签章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/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标记，无签章则拒收。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6" name="右箭头 15"/>
          <p:cNvSpPr/>
          <p:nvPr/>
        </p:nvSpPr>
        <p:spPr>
          <a:xfrm>
            <a:off x="7941945" y="1385570"/>
            <a:ext cx="459105" cy="463550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>
            <p:custDataLst>
              <p:tags r:id="rId13"/>
            </p:custDataLst>
          </p:nvPr>
        </p:nvSpPr>
        <p:spPr>
          <a:xfrm>
            <a:off x="8532495" y="2779395"/>
            <a:ext cx="3467735" cy="144970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【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  <a:cs typeface="+mn-ea"/>
              </a:rPr>
              <a:t>一盘一料一人操作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】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• 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物理隔离操作：操作台每次只允许放置一盘待处理物料。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• 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单盘闭环流程：执行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 “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取料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-&gt;X-Ray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点料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-&gt;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立即打印标签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-&gt;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立即粘贴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” 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的连贯动作，完成后此料盘移至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“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已完成区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”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，再取下一盘。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3" name="矩形 12"/>
          <p:cNvSpPr/>
          <p:nvPr>
            <p:custDataLst>
              <p:tags r:id="rId14"/>
            </p:custDataLst>
          </p:nvPr>
        </p:nvSpPr>
        <p:spPr>
          <a:xfrm>
            <a:off x="8545195" y="4634865"/>
            <a:ext cx="3467735" cy="144970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• 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扫描原标获取信息：打印新标签前，强制扫描原物料标签作为信息源，而非手动输入。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• 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打印即贴机制：点料机与打印机联动，点料完成后立即打印出唯一一张标签，杜绝多张标签同时输出。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• “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一贴一压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”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：粘贴标签后，必须用手抚压确保牢固，并检查条码可扫描。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4" name="右箭头 13"/>
          <p:cNvSpPr/>
          <p:nvPr/>
        </p:nvSpPr>
        <p:spPr>
          <a:xfrm>
            <a:off x="7929880" y="3255645"/>
            <a:ext cx="459105" cy="463550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右箭头 14"/>
          <p:cNvSpPr/>
          <p:nvPr/>
        </p:nvSpPr>
        <p:spPr>
          <a:xfrm>
            <a:off x="7929880" y="5125720"/>
            <a:ext cx="459105" cy="463550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392" name="图片 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3870" y="4961255"/>
            <a:ext cx="1923415" cy="11893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" name="文本框 16"/>
          <p:cNvSpPr txBox="1"/>
          <p:nvPr/>
        </p:nvSpPr>
        <p:spPr>
          <a:xfrm>
            <a:off x="375920" y="6276340"/>
            <a:ext cx="87191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流程防错：</a:t>
            </a:r>
            <a:r>
              <a:rPr lang="en-US" altLang="zh-CN" sz="1600"/>
              <a:t> </a:t>
            </a:r>
            <a:r>
              <a:rPr lang="zh-CN" altLang="en-US" sz="1600"/>
              <a:t>严格执行</a:t>
            </a:r>
            <a:r>
              <a:rPr lang="en-US" altLang="zh-CN" sz="1600"/>
              <a:t>“</a:t>
            </a:r>
            <a:r>
              <a:rPr lang="zh-CN" altLang="en-US" sz="1600">
                <a:solidFill>
                  <a:srgbClr val="FF0000"/>
                </a:solidFill>
              </a:rPr>
              <a:t>一盘一码</a:t>
            </a:r>
            <a:r>
              <a:rPr lang="en-US" altLang="zh-CN" sz="1600"/>
              <a:t>”</a:t>
            </a:r>
            <a:r>
              <a:rPr lang="zh-CN" altLang="en-US" sz="1600"/>
              <a:t>操作，即完成一盘物料的点料、打印、贴标全过程后，</a:t>
            </a:r>
            <a:br>
              <a:rPr lang="zh-CN" altLang="en-US" sz="1600"/>
            </a:br>
            <a:r>
              <a:rPr lang="zh-CN" altLang="en-US" sz="1600"/>
              <a:t>再处理下一盘，严禁多盘同时交叉作业</a:t>
            </a:r>
            <a:endParaRPr lang="zh-CN" altLang="en-US" sz="16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3*m_h_i*1_1_2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1_2"/>
  <p:tag name="KSO_WM_DIAGRAM_MAX_ITEMCNT" val="6"/>
  <p:tag name="KSO_WM_DIAGRAM_MIN_ITEMCNT" val="3"/>
  <p:tag name="KSO_WM_DIAGRAM_VIRTUALLY_FRAME" val="{&quot;height&quot;:416.1,&quot;left&quot;:27.45,&quot;top&quot;:57.95,&quot;width&quot;:882.7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1_1"/>
  <p:tag name="KSO_WM_UNIT_ID" val="diagram20231457_3*m_h_i*1_1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416.1,&quot;left&quot;:27.45,&quot;top&quot;:57.95,&quot;width&quot;:882.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3*m_h_i*1_1_3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1_3"/>
  <p:tag name="KSO_WM_DIAGRAM_MAX_ITEMCNT" val="6"/>
  <p:tag name="KSO_WM_DIAGRAM_MIN_ITEMCNT" val="3"/>
  <p:tag name="KSO_WM_DIAGRAM_VIRTUALLY_FRAME" val="{&quot;height&quot;:416.1,&quot;left&quot;:27.45,&quot;top&quot;:57.95,&quot;width&quot;:882.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]}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3*m_h_i*1_2_2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2_2"/>
  <p:tag name="KSO_WM_DIAGRAM_MAX_ITEMCNT" val="6"/>
  <p:tag name="KSO_WM_DIAGRAM_MIN_ITEMCNT" val="3"/>
  <p:tag name="KSO_WM_DIAGRAM_VIRTUALLY_FRAME" val="{&quot;height&quot;:416.1,&quot;left&quot;:27.45,&quot;top&quot;:57.95,&quot;width&quot;:882.7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2_1"/>
  <p:tag name="KSO_WM_UNIT_ID" val="diagram20231457_3*m_h_i*1_2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416.1,&quot;left&quot;:27.45,&quot;top&quot;:57.95,&quot;width&quot;:882.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3*m_h_i*1_2_3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2_3"/>
  <p:tag name="KSO_WM_DIAGRAM_MAX_ITEMCNT" val="6"/>
  <p:tag name="KSO_WM_DIAGRAM_MIN_ITEMCNT" val="3"/>
  <p:tag name="KSO_WM_DIAGRAM_VIRTUALLY_FRAME" val="{&quot;height&quot;:416.1,&quot;left&quot;:27.45,&quot;top&quot;:57.95,&quot;width&quot;:882.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]}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3*m_h_i*1_3_2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3_2"/>
  <p:tag name="KSO_WM_DIAGRAM_MAX_ITEMCNT" val="6"/>
  <p:tag name="KSO_WM_DIAGRAM_MIN_ITEMCNT" val="3"/>
  <p:tag name="KSO_WM_DIAGRAM_VIRTUALLY_FRAME" val="{&quot;height&quot;:416.1,&quot;left&quot;:27.45,&quot;top&quot;:57.95,&quot;width&quot;:882.7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3_1"/>
  <p:tag name="KSO_WM_UNIT_ID" val="diagram20231457_3*m_h_i*1_3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416.1,&quot;left&quot;:27.45,&quot;top&quot;:57.95,&quot;width&quot;:882.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3*m_h_i*1_3_3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3_3"/>
  <p:tag name="KSO_WM_DIAGRAM_MAX_ITEMCNT" val="6"/>
  <p:tag name="KSO_WM_DIAGRAM_MIN_ITEMCNT" val="3"/>
  <p:tag name="KSO_WM_DIAGRAM_VIRTUALLY_FRAME" val="{&quot;height&quot;:416.1,&quot;left&quot;:27.45,&quot;top&quot;:57.95,&quot;width&quot;:882.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]}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3*m_h_i*1_4_2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4_2"/>
  <p:tag name="KSO_WM_DIAGRAM_MAX_ITEMCNT" val="6"/>
  <p:tag name="KSO_WM_DIAGRAM_MIN_ITEMCNT" val="3"/>
  <p:tag name="KSO_WM_DIAGRAM_VIRTUALLY_FRAME" val="{&quot;height&quot;:416.1,&quot;left&quot;:27.45,&quot;top&quot;:57.95,&quot;width&quot;:882.7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4_1"/>
  <p:tag name="KSO_WM_UNIT_ID" val="diagram20231457_3*m_h_i*1_4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416.1,&quot;left&quot;:27.45,&quot;top&quot;:57.95,&quot;width&quot;:882.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3*m_h_i*1_4_3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4_3"/>
  <p:tag name="KSO_WM_DIAGRAM_MAX_ITEMCNT" val="6"/>
  <p:tag name="KSO_WM_DIAGRAM_MIN_ITEMCNT" val="3"/>
  <p:tag name="KSO_WM_DIAGRAM_VIRTUALLY_FRAME" val="{&quot;height&quot;:416.1,&quot;left&quot;:27.45,&quot;top&quot;:57.95,&quot;width&quot;:882.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]}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3*m_h_i*1_5_2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5_2"/>
  <p:tag name="KSO_WM_DIAGRAM_MAX_ITEMCNT" val="6"/>
  <p:tag name="KSO_WM_DIAGRAM_MIN_ITEMCNT" val="3"/>
  <p:tag name="KSO_WM_DIAGRAM_VIRTUALLY_FRAME" val="{&quot;height&quot;:416.1,&quot;left&quot;:27.45,&quot;top&quot;:57.95,&quot;width&quot;:882.7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5_1"/>
  <p:tag name="KSO_WM_UNIT_ID" val="diagram20231457_3*m_h_i*1_5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416.1,&quot;left&quot;:27.45,&quot;top&quot;:57.95,&quot;width&quot;:882.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3*m_h_i*1_5_3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5_3"/>
  <p:tag name="KSO_WM_DIAGRAM_MAX_ITEMCNT" val="6"/>
  <p:tag name="KSO_WM_DIAGRAM_MIN_ITEMCNT" val="3"/>
  <p:tag name="KSO_WM_DIAGRAM_VIRTUALLY_FRAME" val="{&quot;height&quot;:416.1,&quot;left&quot;:27.45,&quot;top&quot;:57.95,&quot;width&quot;:882.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]}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3*m_h_i*1_2_4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2_4"/>
  <p:tag name="KSO_WM_DIAGRAM_MAX_ITEMCNT" val="6"/>
  <p:tag name="KSO_WM_DIAGRAM_MIN_ITEMCNT" val="3"/>
  <p:tag name="KSO_WM_DIAGRAM_VIRTUALLY_FRAME" val="{&quot;height&quot;:416.1,&quot;left&quot;:27.45,&quot;top&quot;:57.95,&quot;width&quot;:882.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]}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3*m_h_i*1_3_4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3_4"/>
  <p:tag name="KSO_WM_DIAGRAM_MAX_ITEMCNT" val="6"/>
  <p:tag name="KSO_WM_DIAGRAM_MIN_ITEMCNT" val="3"/>
  <p:tag name="KSO_WM_DIAGRAM_VIRTUALLY_FRAME" val="{&quot;height&quot;:416.1,&quot;left&quot;:27.45,&quot;top&quot;:57.95,&quot;width&quot;:882.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]}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3*m_h_i*1_4_4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4_4"/>
  <p:tag name="KSO_WM_DIAGRAM_MAX_ITEMCNT" val="6"/>
  <p:tag name="KSO_WM_DIAGRAM_MIN_ITEMCNT" val="3"/>
  <p:tag name="KSO_WM_DIAGRAM_VIRTUALLY_FRAME" val="{&quot;height&quot;:416.1,&quot;left&quot;:27.45,&quot;top&quot;:57.95,&quot;width&quot;:882.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]}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3*m_h_i*1_5_4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5_4"/>
  <p:tag name="KSO_WM_DIAGRAM_MAX_ITEMCNT" val="6"/>
  <p:tag name="KSO_WM_DIAGRAM_MIN_ITEMCNT" val="3"/>
  <p:tag name="KSO_WM_DIAGRAM_VIRTUALLY_FRAME" val="{&quot;height&quot;:416.1,&quot;left&quot;:27.45,&quot;top&quot;:57.95,&quot;width&quot;:882.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]}"/>
</p:tagLst>
</file>

<file path=ppt/tags/tag2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1457_3*m_h_f*1_1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416.1,&quot;left&quot;:27.45,&quot;top&quot;:57.95,&quot;width&quot;:882.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你的项正文，请尽量言简意赅的阐述观点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2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1_1"/>
  <p:tag name="KSO_WM_UNIT_ID" val="diagram20231457_3*m_h_a*1_1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416.1,&quot;left&quot;:27.45,&quot;top&quot;:57.95,&quot;width&quot;:882.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2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3_1"/>
  <p:tag name="KSO_WM_UNIT_ID" val="diagram20231457_3*m_h_f*1_3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416.1,&quot;left&quot;:27.45,&quot;top&quot;:57.95,&quot;width&quot;:882.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你的项正文，请尽量言简意赅的阐述观点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2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3_1"/>
  <p:tag name="KSO_WM_UNIT_ID" val="diagram20231457_3*m_h_a*1_3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416.1,&quot;left&quot;:27.45,&quot;top&quot;:57.95,&quot;width&quot;:882.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2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5_1"/>
  <p:tag name="KSO_WM_UNIT_ID" val="diagram20231457_3*m_h_f*1_5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416.1,&quot;left&quot;:27.45,&quot;top&quot;:57.95,&quot;width&quot;:882.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你的项正文，请尽量言简意赅的阐述观点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2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5_1"/>
  <p:tag name="KSO_WM_UNIT_ID" val="diagram20231457_3*m_h_a*1_5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416.1,&quot;left&quot;:27.45,&quot;top&quot;:57.95,&quot;width&quot;:882.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2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2_1"/>
  <p:tag name="KSO_WM_UNIT_ID" val="diagram20231457_3*m_h_f*1_2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416.1,&quot;left&quot;:27.45,&quot;top&quot;:57.95,&quot;width&quot;:882.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你的项正文，请尽量言简意赅的阐述观点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2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2_1"/>
  <p:tag name="KSO_WM_UNIT_ID" val="diagram20231457_3*m_h_a*1_2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416.1,&quot;left&quot;:27.45,&quot;top&quot;:57.95,&quot;width&quot;:882.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2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4_1"/>
  <p:tag name="KSO_WM_UNIT_ID" val="diagram20231457_3*m_h_f*1_4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416.1,&quot;left&quot;:27.45,&quot;top&quot;:57.95,&quot;width&quot;:882.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你的项正文，请尽量言简意赅的阐述观点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2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4_1"/>
  <p:tag name="KSO_WM_UNIT_ID" val="diagram20231457_3*m_h_a*1_4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416.1,&quot;left&quot;:27.45,&quot;top&quot;:57.95,&quot;width&quot;:882.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686_3*l_h_i*1_2_3"/>
  <p:tag name="KSO_WM_TEMPLATE_CATEGORY" val="diagram"/>
  <p:tag name="KSO_WM_TEMPLATE_INDEX" val="2023168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3"/>
  <p:tag name="KSO_WM_DIAGRAM_MAX_ITEMCNT" val="6"/>
  <p:tag name="KSO_WM_DIAGRAM_MIN_ITEMCNT" val="3"/>
  <p:tag name="KSO_WM_DIAGRAM_VIRTUALLY_FRAME" val="{&quot;height&quot;:419.49988708496096,&quot;left&quot;:28.400078740157483,&quot;top&quot;:68.75011291503907,&quot;width&quot;:807.2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DIAGRAM_USE_COLOR_VALUE" val="{&quot;color_scheme&quot;:1,&quot;color_type&quot;:1,&quot;theme_color_indexes&quot;:[]}"/>
</p:tagLst>
</file>

<file path=ppt/tags/tag11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686_3*l_h_i*1_1_2"/>
  <p:tag name="KSO_WM_TEMPLATE_CATEGORY" val="diagram"/>
  <p:tag name="KSO_WM_TEMPLATE_INDEX" val="2023168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2"/>
  <p:tag name="KSO_WM_DIAGRAM_MAX_ITEMCNT" val="6"/>
  <p:tag name="KSO_WM_DIAGRAM_MIN_ITEMCNT" val="3"/>
  <p:tag name="KSO_WM_DIAGRAM_VIRTUALLY_FRAME" val="{&quot;height&quot;:419.49988708496096,&quot;left&quot;:28.400078740157483,&quot;top&quot;:68.75011291503907,&quot;width&quot;:807.2}"/>
  <p:tag name="KSO_WM_DIAGRAM_COLOR_MATCH_VALUE" val="{&quot;shape&quot;:{&quot;fill&quot;:{&quot;solid&quot;:{&quot;brightness&quot;:0.25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25"/>
  <p:tag name="KSO_WM_DIAGRAM_USE_COLOR_VALUE" val="{&quot;color_scheme&quot;:1,&quot;color_type&quot;:1,&quot;theme_color_indexes&quot;:[]}"/>
</p:tagLst>
</file>

<file path=ppt/tags/tag11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1686_3*l_h_a*1_1_1"/>
  <p:tag name="KSO_WM_TEMPLATE_CATEGORY" val="diagram"/>
  <p:tag name="KSO_WM_TEMPLATE_INDEX" val="2023168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419.49988708496096,&quot;left&quot;:28.400078740157483,&quot;top&quot;:68.75011291503907,&quot;width&quot;:807.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11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686_3*l_h_f*1_1_1"/>
  <p:tag name="KSO_WM_TEMPLATE_CATEGORY" val="diagram"/>
  <p:tag name="KSO_WM_TEMPLATE_INDEX" val="2023168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419.49988708496096,&quot;left&quot;:28.400078740157483,&quot;top&quot;:68.75011291503907,&quot;width&quot;:807.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你的项正文，文字是您思想的提炼，请尽量言简意赅的阐述观点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diagram20231686_3*l_h_i*1_1_1"/>
  <p:tag name="KSO_WM_TEMPLATE_CATEGORY" val="diagram"/>
  <p:tag name="KSO_WM_TEMPLATE_INDEX" val="20231686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419.49988708496096,&quot;left&quot;:28.400078740157483,&quot;top&quot;:68.75011291503907,&quot;width&quot;:807.2}"/>
  <p:tag name="KSO_WM_DIAGRAM_COLOR_MATCH_VALUE" val="{&quot;shape&quot;:{&quot;fill&quot;:{&quot;solid&quot;:{&quot;brightness&quot;:0.25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25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1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686_3*l_h_i*1_2_2"/>
  <p:tag name="KSO_WM_TEMPLATE_CATEGORY" val="diagram"/>
  <p:tag name="KSO_WM_TEMPLATE_INDEX" val="2023168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2"/>
  <p:tag name="KSO_WM_DIAGRAM_MAX_ITEMCNT" val="6"/>
  <p:tag name="KSO_WM_DIAGRAM_MIN_ITEMCNT" val="3"/>
  <p:tag name="KSO_WM_DIAGRAM_VIRTUALLY_FRAME" val="{&quot;height&quot;:419.49988708496096,&quot;left&quot;:28.400078740157483,&quot;top&quot;:68.75011291503907,&quot;width&quot;:807.2}"/>
  <p:tag name="KSO_WM_DIAGRAM_COLOR_MATCH_VALUE" val="{&quot;shape&quot;:{&quot;fill&quot;:{&quot;solid&quot;:{&quot;brightness&quot;:0.25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25"/>
  <p:tag name="KSO_WM_DIAGRAM_USE_COLOR_VALUE" val="{&quot;color_scheme&quot;:1,&quot;color_type&quot;:1,&quot;theme_color_indexes&quot;:[]}"/>
</p:tagLst>
</file>

<file path=ppt/tags/tag11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1686_3*l_h_a*1_2_1"/>
  <p:tag name="KSO_WM_TEMPLATE_CATEGORY" val="diagram"/>
  <p:tag name="KSO_WM_TEMPLATE_INDEX" val="2023168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419.49988708496096,&quot;left&quot;:28.400078740157483,&quot;top&quot;:68.75011291503907,&quot;width&quot;:807.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11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1686_3*l_h_f*1_2_1"/>
  <p:tag name="KSO_WM_TEMPLATE_CATEGORY" val="diagram"/>
  <p:tag name="KSO_WM_TEMPLATE_INDEX" val="2023168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419.49988708496096,&quot;left&quot;:28.400078740157483,&quot;top&quot;:68.75011291503907,&quot;width&quot;:807.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你的项正文，文字是您思想的提炼，请尽量言简意赅的阐述观点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diagram20231686_3*l_h_i*1_2_1"/>
  <p:tag name="KSO_WM_TEMPLATE_CATEGORY" val="diagram"/>
  <p:tag name="KSO_WM_TEMPLATE_INDEX" val="20231686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419.49988708496096,&quot;left&quot;:28.400078740157483,&quot;top&quot;:68.75011291503907,&quot;width&quot;:807.2}"/>
  <p:tag name="KSO_WM_DIAGRAM_COLOR_MATCH_VALUE" val="{&quot;shape&quot;:{&quot;fill&quot;:{&quot;solid&quot;:{&quot;brightness&quot;:0.25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25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1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686_3*l_h_i*1_3_2"/>
  <p:tag name="KSO_WM_TEMPLATE_CATEGORY" val="diagram"/>
  <p:tag name="KSO_WM_TEMPLATE_INDEX" val="2023168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3_2"/>
  <p:tag name="KSO_WM_DIAGRAM_MAX_ITEMCNT" val="6"/>
  <p:tag name="KSO_WM_DIAGRAM_MIN_ITEMCNT" val="3"/>
  <p:tag name="KSO_WM_DIAGRAM_VIRTUALLY_FRAME" val="{&quot;height&quot;:419.49988708496096,&quot;left&quot;:28.400078740157483,&quot;top&quot;:68.75011291503907,&quot;width&quot;:807.2}"/>
  <p:tag name="KSO_WM_DIAGRAM_COLOR_MATCH_VALUE" val="{&quot;shape&quot;:{&quot;fill&quot;:{&quot;solid&quot;:{&quot;brightness&quot;:0.25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25"/>
  <p:tag name="KSO_WM_DIAGRAM_USE_COLOR_VALUE" val="{&quot;color_scheme&quot;:1,&quot;color_type&quot;:1,&quot;theme_color_indexes&quot;:[]}"/>
</p:tagLst>
</file>

<file path=ppt/tags/tag11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1686_3*l_h_a*1_3_1"/>
  <p:tag name="KSO_WM_TEMPLATE_CATEGORY" val="diagram"/>
  <p:tag name="KSO_WM_TEMPLATE_INDEX" val="2023168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419.49988708496096,&quot;left&quot;:28.400078740157483,&quot;top&quot;:68.75011291503907,&quot;width&quot;:807.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12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1686_3*l_h_f*1_3_1"/>
  <p:tag name="KSO_WM_TEMPLATE_CATEGORY" val="diagram"/>
  <p:tag name="KSO_WM_TEMPLATE_INDEX" val="2023168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419.49988708496096,&quot;left&quot;:28.400078740157483,&quot;top&quot;:68.75011291503907,&quot;width&quot;:807.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你的项正文，文字是您思想的提炼，请尽量言简意赅的阐述观点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diagram20231686_3*l_h_i*1_3_1"/>
  <p:tag name="KSO_WM_TEMPLATE_CATEGORY" val="diagram"/>
  <p:tag name="KSO_WM_TEMPLATE_INDEX" val="20231686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419.49988708496096,&quot;left&quot;:28.400078740157483,&quot;top&quot;:68.75011291503907,&quot;width&quot;:807.2}"/>
  <p:tag name="KSO_WM_DIAGRAM_COLOR_MATCH_VALUE" val="{&quot;shape&quot;:{&quot;fill&quot;:{&quot;solid&quot;:{&quot;brightness&quot;:0.25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25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2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686_3*l_h_i*1_4_2"/>
  <p:tag name="KSO_WM_TEMPLATE_CATEGORY" val="diagram"/>
  <p:tag name="KSO_WM_TEMPLATE_INDEX" val="2023168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4_2"/>
  <p:tag name="KSO_WM_DIAGRAM_MAX_ITEMCNT" val="6"/>
  <p:tag name="KSO_WM_DIAGRAM_MIN_ITEMCNT" val="3"/>
  <p:tag name="KSO_WM_DIAGRAM_VIRTUALLY_FRAME" val="{&quot;height&quot;:419.49988708496096,&quot;left&quot;:28.400078740157483,&quot;top&quot;:68.75011291503907,&quot;width&quot;:807.2}"/>
  <p:tag name="KSO_WM_DIAGRAM_COLOR_MATCH_VALUE" val="{&quot;shape&quot;:{&quot;fill&quot;:{&quot;solid&quot;:{&quot;brightness&quot;:0.25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25"/>
  <p:tag name="KSO_WM_DIAGRAM_USE_COLOR_VALUE" val="{&quot;color_scheme&quot;:1,&quot;color_type&quot;:1,&quot;theme_color_indexes&quot;:[]}"/>
</p:tagLst>
</file>

<file path=ppt/tags/tag12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diagram20231686_3*l_h_a*1_4_1"/>
  <p:tag name="KSO_WM_TEMPLATE_CATEGORY" val="diagram"/>
  <p:tag name="KSO_WM_TEMPLATE_INDEX" val="2023168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419.49988708496096,&quot;left&quot;:28.400078740157483,&quot;top&quot;:68.75011291503907,&quot;width&quot;:807.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12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1686_3*l_h_f*1_4_1"/>
  <p:tag name="KSO_WM_TEMPLATE_CATEGORY" val="diagram"/>
  <p:tag name="KSO_WM_TEMPLATE_INDEX" val="2023168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419.49988708496096,&quot;left&quot;:28.400078740157483,&quot;top&quot;:68.75011291503907,&quot;width&quot;:807.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你的项正文，文字是您思想的提炼，请尽量言简意赅的阐述观点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diagram20231686_3*l_h_i*1_4_1"/>
  <p:tag name="KSO_WM_TEMPLATE_CATEGORY" val="diagram"/>
  <p:tag name="KSO_WM_TEMPLATE_INDEX" val="20231686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419.49988708496096,&quot;left&quot;:28.400078740157483,&quot;top&quot;:68.75011291503907,&quot;width&quot;:807.2}"/>
  <p:tag name="KSO_WM_DIAGRAM_COLOR_MATCH_VALUE" val="{&quot;shape&quot;:{&quot;fill&quot;:{&quot;solid&quot;:{&quot;brightness&quot;:0.25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25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2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686_3*l_h_i*1_5_2"/>
  <p:tag name="KSO_WM_TEMPLATE_CATEGORY" val="diagram"/>
  <p:tag name="KSO_WM_TEMPLATE_INDEX" val="2023168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5_2"/>
  <p:tag name="KSO_WM_DIAGRAM_MAX_ITEMCNT" val="6"/>
  <p:tag name="KSO_WM_DIAGRAM_MIN_ITEMCNT" val="3"/>
  <p:tag name="KSO_WM_DIAGRAM_VIRTUALLY_FRAME" val="{&quot;height&quot;:419.49988708496096,&quot;left&quot;:28.400078740157483,&quot;top&quot;:68.75011291503907,&quot;width&quot;:807.2}"/>
  <p:tag name="KSO_WM_DIAGRAM_COLOR_MATCH_VALUE" val="{&quot;shape&quot;:{&quot;fill&quot;:{&quot;solid&quot;:{&quot;brightness&quot;:0.25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25"/>
  <p:tag name="KSO_WM_DIAGRAM_USE_COLOR_VALUE" val="{&quot;color_scheme&quot;:1,&quot;color_type&quot;:1,&quot;theme_color_indexes&quot;:[]}"/>
</p:tagLst>
</file>

<file path=ppt/tags/tag12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5_1"/>
  <p:tag name="KSO_WM_UNIT_ID" val="diagram20231686_3*l_h_a*1_5_1"/>
  <p:tag name="KSO_WM_TEMPLATE_CATEGORY" val="diagram"/>
  <p:tag name="KSO_WM_TEMPLATE_INDEX" val="2023168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419.49988708496096,&quot;left&quot;:28.400078740157483,&quot;top&quot;:68.75011291503907,&quot;width&quot;:807.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12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31686_3*l_h_f*1_5_1"/>
  <p:tag name="KSO_WM_TEMPLATE_CATEGORY" val="diagram"/>
  <p:tag name="KSO_WM_TEMPLATE_INDEX" val="2023168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419.49988708496096,&quot;left&quot;:28.400078740157483,&quot;top&quot;:68.75011291503907,&quot;width&quot;:807.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你的项正文，文字是您思想的提炼，请尽量言简意赅的阐述观点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5_1"/>
  <p:tag name="KSO_WM_UNIT_ID" val="diagram20231686_3*l_h_i*1_5_1"/>
  <p:tag name="KSO_WM_TEMPLATE_CATEGORY" val="diagram"/>
  <p:tag name="KSO_WM_TEMPLATE_INDEX" val="20231686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3"/>
  <p:tag name="KSO_WM_DIAGRAM_VIRTUALLY_FRAME" val="{&quot;height&quot;:419.49988708496096,&quot;left&quot;:28.400078740157483,&quot;top&quot;:68.75011291503907,&quot;width&quot;:807.2}"/>
  <p:tag name="KSO_WM_DIAGRAM_COLOR_MATCH_VALUE" val="{&quot;shape&quot;:{&quot;fill&quot;:{&quot;solid&quot;:{&quot;brightness&quot;:0.25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25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3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686_3*l_h_i*1_3_3"/>
  <p:tag name="KSO_WM_TEMPLATE_CATEGORY" val="diagram"/>
  <p:tag name="KSO_WM_TEMPLATE_INDEX" val="2023168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3_3"/>
  <p:tag name="KSO_WM_DIAGRAM_MAX_ITEMCNT" val="6"/>
  <p:tag name="KSO_WM_DIAGRAM_MIN_ITEMCNT" val="3"/>
  <p:tag name="KSO_WM_DIAGRAM_VIRTUALLY_FRAME" val="{&quot;height&quot;:419.49988708496096,&quot;left&quot;:28.400078740157483,&quot;top&quot;:68.75011291503907,&quot;width&quot;:807.2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DIAGRAM_USE_COLOR_VALUE" val="{&quot;color_scheme&quot;:1,&quot;color_type&quot;:1,&quot;theme_color_indexes&quot;:[]}"/>
</p:tagLst>
</file>

<file path=ppt/tags/tag13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686_3*l_h_i*1_4_3"/>
  <p:tag name="KSO_WM_TEMPLATE_CATEGORY" val="diagram"/>
  <p:tag name="KSO_WM_TEMPLATE_INDEX" val="2023168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4_3"/>
  <p:tag name="KSO_WM_DIAGRAM_MAX_ITEMCNT" val="6"/>
  <p:tag name="KSO_WM_DIAGRAM_MIN_ITEMCNT" val="3"/>
  <p:tag name="KSO_WM_DIAGRAM_VIRTUALLY_FRAME" val="{&quot;height&quot;:419.49988708496096,&quot;left&quot;:28.400078740157483,&quot;top&quot;:68.75011291503907,&quot;width&quot;:807.2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DIAGRAM_USE_COLOR_VALUE" val="{&quot;color_scheme&quot;:1,&quot;color_type&quot;:1,&quot;theme_color_indexes&quot;:[]}"/>
</p:tagLst>
</file>

<file path=ppt/tags/tag13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686_3*l_h_i*1_5_3"/>
  <p:tag name="KSO_WM_TEMPLATE_CATEGORY" val="diagram"/>
  <p:tag name="KSO_WM_TEMPLATE_INDEX" val="2023168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5_3"/>
  <p:tag name="KSO_WM_DIAGRAM_MAX_ITEMCNT" val="6"/>
  <p:tag name="KSO_WM_DIAGRAM_MIN_ITEMCNT" val="3"/>
  <p:tag name="KSO_WM_DIAGRAM_VIRTUALLY_FRAME" val="{&quot;height&quot;:419.49988708496096,&quot;left&quot;:28.400078740157483,&quot;top&quot;:68.75011291503907,&quot;width&quot;:807.2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DIAGRAM_USE_COLOR_VALUE" val="{&quot;color_scheme&quot;:1,&quot;color_type&quot;:1,&quot;theme_color_indexes&quot;:[]}"/>
</p:tagLst>
</file>

<file path=ppt/tags/tag13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1"/>
  <p:tag name="KSO_WM_UNIT_ID" val="diagram40492887_1*m_i*1_1"/>
  <p:tag name="KSO_WM_TEMPLATE_CATEGORY" val="diagram"/>
  <p:tag name="KSO_WM_TEMPLATE_INDEX" val="40492887"/>
  <p:tag name="KSO_WM_UNIT_LAYERLEVEL" val="1_1"/>
  <p:tag name="KSO_WM_TAG_VERSION" val="3.0"/>
  <p:tag name="KSO_WM_BEAUTIFY_FLAG" val="#wm#"/>
  <p:tag name="KSO_WM_UNIT_FILL_TYPE" val="3"/>
  <p:tag name="KSO_WM_DIAGRAM_MAX_ITEMCNT" val="6"/>
  <p:tag name="KSO_WM_DIAGRAM_MIN_ITEMCNT" val="3"/>
  <p:tag name="KSO_WM_DIAGRAM_VIRTUALLY_FRAME" val="{&quot;height&quot;:418.72501247269395,&quot;left&quot;:25.59998779296875,&quot;top&quot;:67.94999057906394,&quot;width&quot;:914.4000244140625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.4000000059604645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3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2"/>
  <p:tag name="KSO_WM_UNIT_ID" val="diagram40492887_1*m_i*1_2"/>
  <p:tag name="KSO_WM_TEMPLATE_CATEGORY" val="diagram"/>
  <p:tag name="KSO_WM_TEMPLATE_INDEX" val="40492887"/>
  <p:tag name="KSO_WM_UNIT_LAYERLEVEL" val="1_1"/>
  <p:tag name="KSO_WM_TAG_VERSION" val="3.0"/>
  <p:tag name="KSO_WM_BEAUTIFY_FLAG" val="#wm#"/>
  <p:tag name="KSO_WM_DIAGRAM_MAX_ITEMCNT" val="6"/>
  <p:tag name="KSO_WM_DIAGRAM_MIN_ITEMCNT" val="3"/>
  <p:tag name="KSO_WM_DIAGRAM_VIRTUALLY_FRAME" val="{&quot;height&quot;:418.72501247269395,&quot;left&quot;:25.59998779296875,&quot;top&quot;:67.94999057906394,&quot;width&quot;:914.4000244140625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ffffff&quot;,&quot;transparency&quot;:0.2199999988079071},{&quot;brightness&quot;:0,&quot;colorType&quot;:2,&quot;pos&quot;:1,&quot;rgb&quot;:&quot;#ffffff&quot;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13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2"/>
  <p:tag name="KSO_WM_UNIT_ID" val="diagram40492887_1*m_h_i*1_1_2"/>
  <p:tag name="KSO_WM_TEMPLATE_CATEGORY" val="diagram"/>
  <p:tag name="KSO_WM_TEMPLATE_INDEX" val="40492887"/>
  <p:tag name="KSO_WM_UNIT_LAYERLEVEL" val="1_1_1"/>
  <p:tag name="KSO_WM_TAG_VERSION" val="3.0"/>
  <p:tag name="KSO_WM_BEAUTIFY_FLAG" val="#wm#"/>
  <p:tag name="KSO_WM_UNIT_LINE_FORE_SCHEMECOLOR_INDEX" val="5"/>
  <p:tag name="KSO_WM_DIAGRAM_MAX_ITEMCNT" val="6"/>
  <p:tag name="KSO_WM_DIAGRAM_MIN_ITEMCNT" val="3"/>
  <p:tag name="KSO_WM_DIAGRAM_VIRTUALLY_FRAME" val="{&quot;height&quot;:418.72501247269395,&quot;left&quot;:25.59998779296875,&quot;top&quot;:67.94999057906394,&quot;width&quot;:914.40002441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3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nb"/>
  <p:tag name="KSO_WM_UNIT_TYPE" val="m_h_i"/>
  <p:tag name="KSO_WM_UNIT_INDEX" val="1_1_1"/>
  <p:tag name="KSO_WM_UNIT_ID" val="diagram40492887_1*m_h_i*1_1_1"/>
  <p:tag name="KSO_WM_TEMPLATE_CATEGORY" val="diagram"/>
  <p:tag name="KSO_WM_TEMPLATE_INDEX" val="40492887"/>
  <p:tag name="KSO_WM_UNIT_LAYERLEVEL" val="1_1_1"/>
  <p:tag name="KSO_WM_TAG_VERSION" val="3.0"/>
  <p:tag name="KSO_WM_BEAUTIFY_FLAG" val="#wm#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418.72501247269395,&quot;left&quot;:25.59998779296875,&quot;top&quot;:67.94999057906394,&quot;width&quot;:914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3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1_1"/>
  <p:tag name="KSO_WM_UNIT_ID" val="diagram40492887_1*m_h_a*1_1_1"/>
  <p:tag name="KSO_WM_TEMPLATE_CATEGORY" val="diagram"/>
  <p:tag name="KSO_WM_TEMPLATE_INDEX" val="40492887"/>
  <p:tag name="KSO_WM_UNIT_LAYERLEVEL" val="1_1_1"/>
  <p:tag name="KSO_WM_TAG_VERSION" val="3.0"/>
  <p:tag name="KSO_WM_BEAUTIFY_FLAG" val="#wm#"/>
  <p:tag name="KSO_WM_UNIT_TEXT_TYPE" val="1"/>
  <p:tag name="KSO_WM_UNIT_PRESET_TEXT" val="单击添加标题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418.72501247269395,&quot;left&quot;:25.59998779296875,&quot;top&quot;:67.94999057906394,&quot;width&quot;:914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3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40492887_1*m_h_f*1_1_1"/>
  <p:tag name="KSO_WM_TEMPLATE_CATEGORY" val="diagram"/>
  <p:tag name="KSO_WM_TEMPLATE_INDEX" val="40492887"/>
  <p:tag name="KSO_WM_UNIT_LAYERLEVEL" val="1_1_1"/>
  <p:tag name="KSO_WM_TAG_VERSION" val="3.0"/>
  <p:tag name="KSO_WM_BEAUTIFY_FLAG" val="#wm#"/>
  <p:tag name="KSO_WM_UNIT_TEXT_TYPE" val="1"/>
  <p:tag name="KSO_WM_UNIT_PRESET_TEXT" val="单击此处添加文本，简明扼要地阐述您的观点。根据需要可酌情增减文字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418.72501247269395,&quot;left&quot;:25.59998779296875,&quot;top&quot;:67.94999057906394,&quot;width&quot;:914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3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3"/>
  <p:tag name="KSO_WM_UNIT_ID" val="diagram40492887_1*m_h_i*1_1_3"/>
  <p:tag name="KSO_WM_TEMPLATE_CATEGORY" val="diagram"/>
  <p:tag name="KSO_WM_TEMPLATE_INDEX" val="40492887"/>
  <p:tag name="KSO_WM_UNIT_LAYERLEVEL" val="1_1_1"/>
  <p:tag name="KSO_WM_TAG_VERSION" val="3.0"/>
  <p:tag name="KSO_WM_BEAUTIFY_FLAG" val="#wm#"/>
  <p:tag name="KSO_WM_UNIT_LINE_FORE_SCHEMECOLOR_INDEX" val="5"/>
  <p:tag name="KSO_WM_DIAGRAM_MAX_ITEMCNT" val="6"/>
  <p:tag name="KSO_WM_DIAGRAM_MIN_ITEMCNT" val="3"/>
  <p:tag name="KSO_WM_DIAGRAM_VIRTUALLY_FRAME" val="{&quot;height&quot;:418.72501247269395,&quot;left&quot;:25.59998779296875,&quot;top&quot;:67.94999057906394,&quot;width&quot;:914.40002441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14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nb"/>
  <p:tag name="KSO_WM_UNIT_TYPE" val="m_h_i"/>
  <p:tag name="KSO_WM_UNIT_INDEX" val="1_3_1"/>
  <p:tag name="KSO_WM_UNIT_ID" val="diagram40492887_1*m_h_i*1_3_1"/>
  <p:tag name="KSO_WM_TEMPLATE_CATEGORY" val="diagram"/>
  <p:tag name="KSO_WM_TEMPLATE_INDEX" val="40492887"/>
  <p:tag name="KSO_WM_UNIT_LAYERLEVEL" val="1_1_1"/>
  <p:tag name="KSO_WM_TAG_VERSION" val="3.0"/>
  <p:tag name="KSO_WM_BEAUTIFY_FLAG" val="#wm#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418.72501247269395,&quot;left&quot;:25.59998779296875,&quot;top&quot;:67.94999057906394,&quot;width&quot;:914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4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2"/>
  <p:tag name="KSO_WM_UNIT_ID" val="diagram40492887_1*m_h_i*1_3_2"/>
  <p:tag name="KSO_WM_TEMPLATE_CATEGORY" val="diagram"/>
  <p:tag name="KSO_WM_TEMPLATE_INDEX" val="40492887"/>
  <p:tag name="KSO_WM_UNIT_LAYERLEVEL" val="1_1_1"/>
  <p:tag name="KSO_WM_TAG_VERSION" val="3.0"/>
  <p:tag name="KSO_WM_BEAUTIFY_FLAG" val="#wm#"/>
  <p:tag name="KSO_WM_UNIT_LINE_FORE_SCHEMECOLOR_INDEX" val="5"/>
  <p:tag name="KSO_WM_DIAGRAM_MAX_ITEMCNT" val="6"/>
  <p:tag name="KSO_WM_DIAGRAM_MIN_ITEMCNT" val="3"/>
  <p:tag name="KSO_WM_DIAGRAM_VIRTUALLY_FRAME" val="{&quot;height&quot;:418.72501247269395,&quot;left&quot;:25.59998779296875,&quot;top&quot;:67.94999057906394,&quot;width&quot;:914.40002441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4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3"/>
  <p:tag name="KSO_WM_UNIT_ID" val="diagram40492887_1*m_h_i*1_3_3"/>
  <p:tag name="KSO_WM_TEMPLATE_CATEGORY" val="diagram"/>
  <p:tag name="KSO_WM_TEMPLATE_INDEX" val="40492887"/>
  <p:tag name="KSO_WM_UNIT_LAYERLEVEL" val="1_1_1"/>
  <p:tag name="KSO_WM_TAG_VERSION" val="3.0"/>
  <p:tag name="KSO_WM_BEAUTIFY_FLAG" val="#wm#"/>
  <p:tag name="KSO_WM_UNIT_LINE_FORE_SCHEMECOLOR_INDEX" val="5"/>
  <p:tag name="KSO_WM_DIAGRAM_MAX_ITEMCNT" val="6"/>
  <p:tag name="KSO_WM_DIAGRAM_MIN_ITEMCNT" val="3"/>
  <p:tag name="KSO_WM_DIAGRAM_VIRTUALLY_FRAME" val="{&quot;height&quot;:418.72501247269395,&quot;left&quot;:25.59998779296875,&quot;top&quot;:67.94999057906394,&quot;width&quot;:914.40002441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14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nb"/>
  <p:tag name="KSO_WM_UNIT_TYPE" val="m_h_i"/>
  <p:tag name="KSO_WM_UNIT_INDEX" val="1_2_1"/>
  <p:tag name="KSO_WM_UNIT_ID" val="diagram40492887_1*m_h_i*1_2_1"/>
  <p:tag name="KSO_WM_TEMPLATE_CATEGORY" val="diagram"/>
  <p:tag name="KSO_WM_TEMPLATE_INDEX" val="40492887"/>
  <p:tag name="KSO_WM_UNIT_LAYERLEVEL" val="1_1_1"/>
  <p:tag name="KSO_WM_TAG_VERSION" val="3.0"/>
  <p:tag name="KSO_WM_BEAUTIFY_FLAG" val="#wm#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418.72501247269395,&quot;left&quot;:25.59998779296875,&quot;top&quot;:67.94999057906394,&quot;width&quot;:914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4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3"/>
  <p:tag name="KSO_WM_UNIT_ID" val="diagram40492887_1*m_h_i*1_2_3"/>
  <p:tag name="KSO_WM_TEMPLATE_CATEGORY" val="diagram"/>
  <p:tag name="KSO_WM_TEMPLATE_INDEX" val="40492887"/>
  <p:tag name="KSO_WM_UNIT_LAYERLEVEL" val="1_1_1"/>
  <p:tag name="KSO_WM_TAG_VERSION" val="3.0"/>
  <p:tag name="KSO_WM_BEAUTIFY_FLAG" val="#wm#"/>
  <p:tag name="KSO_WM_UNIT_LINE_FORE_SCHEMECOLOR_INDEX" val="5"/>
  <p:tag name="KSO_WM_DIAGRAM_MAX_ITEMCNT" val="6"/>
  <p:tag name="KSO_WM_DIAGRAM_MIN_ITEMCNT" val="3"/>
  <p:tag name="KSO_WM_DIAGRAM_VIRTUALLY_FRAME" val="{&quot;height&quot;:418.72501247269395,&quot;left&quot;:25.59998779296875,&quot;top&quot;:67.94999057906394,&quot;width&quot;:914.40002441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14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2"/>
  <p:tag name="KSO_WM_UNIT_ID" val="diagram40492887_1*m_h_i*1_2_2"/>
  <p:tag name="KSO_WM_TEMPLATE_CATEGORY" val="diagram"/>
  <p:tag name="KSO_WM_TEMPLATE_INDEX" val="40492887"/>
  <p:tag name="KSO_WM_UNIT_LAYERLEVEL" val="1_1_1"/>
  <p:tag name="KSO_WM_TAG_VERSION" val="3.0"/>
  <p:tag name="KSO_WM_BEAUTIFY_FLAG" val="#wm#"/>
  <p:tag name="KSO_WM_UNIT_LINE_FORE_SCHEMECOLOR_INDEX" val="5"/>
  <p:tag name="KSO_WM_DIAGRAM_MAX_ITEMCNT" val="6"/>
  <p:tag name="KSO_WM_DIAGRAM_MIN_ITEMCNT" val="3"/>
  <p:tag name="KSO_WM_DIAGRAM_VIRTUALLY_FRAME" val="{&quot;height&quot;:418.72501247269395,&quot;left&quot;:25.59998779296875,&quot;top&quot;:67.94999057906394,&quot;width&quot;:914.40002441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4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1_1"/>
  <p:tag name="KSO_WM_UNIT_ID" val="diagram40492887_1*m_h_a*1_1_1"/>
  <p:tag name="KSO_WM_TEMPLATE_CATEGORY" val="diagram"/>
  <p:tag name="KSO_WM_TEMPLATE_INDEX" val="40492887"/>
  <p:tag name="KSO_WM_UNIT_LAYERLEVEL" val="1_1_1"/>
  <p:tag name="KSO_WM_TAG_VERSION" val="3.0"/>
  <p:tag name="KSO_WM_UNIT_TEXT_TYPE" val="1"/>
  <p:tag name="KSO_WM_UNIT_PRESET_TEXT" val="单击添加标题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418.72493152448214,&quot;left&quot;:25.59998779296875,&quot;top&quot;:67.95007152727567,&quot;width&quot;:914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4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40492887_1*m_h_f*1_1_1"/>
  <p:tag name="KSO_WM_TEMPLATE_CATEGORY" val="diagram"/>
  <p:tag name="KSO_WM_TEMPLATE_INDEX" val="40492887"/>
  <p:tag name="KSO_WM_UNIT_LAYERLEVEL" val="1_1_1"/>
  <p:tag name="KSO_WM_TAG_VERSION" val="3.0"/>
  <p:tag name="KSO_WM_UNIT_TEXT_TYPE" val="1"/>
  <p:tag name="KSO_WM_UNIT_PRESET_TEXT" val="单击此处添加文本，简明扼要地阐述您的观点。根据需要可酌情增减文字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418.72493152448214,&quot;left&quot;:25.59998779296875,&quot;top&quot;:67.95007152727567,&quot;width&quot;:914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4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1_1"/>
  <p:tag name="KSO_WM_UNIT_ID" val="diagram40492887_1*m_h_a*1_1_1"/>
  <p:tag name="KSO_WM_TEMPLATE_CATEGORY" val="diagram"/>
  <p:tag name="KSO_WM_TEMPLATE_INDEX" val="40492887"/>
  <p:tag name="KSO_WM_UNIT_LAYERLEVEL" val="1_1_1"/>
  <p:tag name="KSO_WM_TAG_VERSION" val="3.0"/>
  <p:tag name="KSO_WM_UNIT_TEXT_TYPE" val="1"/>
  <p:tag name="KSO_WM_UNIT_PRESET_TEXT" val="单击添加标题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418.72501247269395,&quot;left&quot;:25.59998779296875,&quot;top&quot;:67.94999057906394,&quot;width&quot;:914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4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40492887_1*m_h_f*1_1_1"/>
  <p:tag name="KSO_WM_TEMPLATE_CATEGORY" val="diagram"/>
  <p:tag name="KSO_WM_TEMPLATE_INDEX" val="40492887"/>
  <p:tag name="KSO_WM_UNIT_LAYERLEVEL" val="1_1_1"/>
  <p:tag name="KSO_WM_TAG_VERSION" val="3.0"/>
  <p:tag name="KSO_WM_UNIT_TEXT_TYPE" val="1"/>
  <p:tag name="KSO_WM_UNIT_PRESET_TEXT" val="单击此处添加文本，简明扼要地阐述您的观点。根据需要可酌情增减文字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418.72501247269395,&quot;left&quot;:25.59998779296875,&quot;top&quot;:67.94999057906394,&quot;width&quot;:914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5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1_1"/>
  <p:tag name="KSO_WM_UNIT_ID" val="diagram40492887_1*m_h_a*1_1_1"/>
  <p:tag name="KSO_WM_TEMPLATE_CATEGORY" val="diagram"/>
  <p:tag name="KSO_WM_TEMPLATE_INDEX" val="40492887"/>
  <p:tag name="KSO_WM_UNIT_LAYERLEVEL" val="1_1_1"/>
  <p:tag name="KSO_WM_TAG_VERSION" val="3.0"/>
  <p:tag name="KSO_WM_UNIT_TEXT_TYPE" val="1"/>
  <p:tag name="KSO_WM_UNIT_PRESET_TEXT" val="单击添加标题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418.72493152448214,&quot;left&quot;:25.59998779296875,&quot;top&quot;:67.95007152727567,&quot;width&quot;:914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5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40492887_1*m_h_f*1_1_1"/>
  <p:tag name="KSO_WM_TEMPLATE_CATEGORY" val="diagram"/>
  <p:tag name="KSO_WM_TEMPLATE_INDEX" val="40492887"/>
  <p:tag name="KSO_WM_UNIT_LAYERLEVEL" val="1_1_1"/>
  <p:tag name="KSO_WM_TAG_VERSION" val="3.0"/>
  <p:tag name="KSO_WM_UNIT_TEXT_TYPE" val="1"/>
  <p:tag name="KSO_WM_UNIT_PRESET_TEXT" val="单击此处添加文本，简明扼要地阐述您的观点。根据需要可酌情增减文字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418.72493152448214,&quot;left&quot;:25.59998779296875,&quot;top&quot;:67.95007152727567,&quot;width&quot;:914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5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1_1"/>
  <p:tag name="KSO_WM_UNIT_ID" val="diagram40492887_1*m_h_a*1_1_1"/>
  <p:tag name="KSO_WM_TEMPLATE_CATEGORY" val="diagram"/>
  <p:tag name="KSO_WM_TEMPLATE_INDEX" val="40492887"/>
  <p:tag name="KSO_WM_UNIT_LAYERLEVEL" val="1_1_1"/>
  <p:tag name="KSO_WM_TAG_VERSION" val="3.0"/>
  <p:tag name="KSO_WM_UNIT_TEXT_TYPE" val="1"/>
  <p:tag name="KSO_WM_UNIT_PRESET_TEXT" val="单击添加标题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418.72501247269395,&quot;left&quot;:25.59998779296875,&quot;top&quot;:67.94999057906394,&quot;width&quot;:914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5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40492887_1*m_h_f*1_1_1"/>
  <p:tag name="KSO_WM_TEMPLATE_CATEGORY" val="diagram"/>
  <p:tag name="KSO_WM_TEMPLATE_INDEX" val="40492887"/>
  <p:tag name="KSO_WM_UNIT_LAYERLEVEL" val="1_1_1"/>
  <p:tag name="KSO_WM_TAG_VERSION" val="3.0"/>
  <p:tag name="KSO_WM_UNIT_TEXT_TYPE" val="1"/>
  <p:tag name="KSO_WM_UNIT_PRESET_TEXT" val="单击此处添加文本，简明扼要地阐述您的观点。根据需要可酌情增减文字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418.72501247269395,&quot;left&quot;:25.59998779296875,&quot;top&quot;:67.94999057906394,&quot;width&quot;:914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5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1_1"/>
  <p:tag name="KSO_WM_UNIT_ID" val="diagram40492887_1*m_h_a*1_1_1"/>
  <p:tag name="KSO_WM_TEMPLATE_CATEGORY" val="diagram"/>
  <p:tag name="KSO_WM_TEMPLATE_INDEX" val="40492887"/>
  <p:tag name="KSO_WM_UNIT_LAYERLEVEL" val="1_1_1"/>
  <p:tag name="KSO_WM_TAG_VERSION" val="3.0"/>
  <p:tag name="KSO_WM_UNIT_TEXT_TYPE" val="1"/>
  <p:tag name="KSO_WM_UNIT_PRESET_TEXT" val="单击添加标题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418.72493152448214,&quot;left&quot;:25.59998779296875,&quot;top&quot;:67.95007152727567,&quot;width&quot;:914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5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40492887_1*m_h_f*1_1_1"/>
  <p:tag name="KSO_WM_TEMPLATE_CATEGORY" val="diagram"/>
  <p:tag name="KSO_WM_TEMPLATE_INDEX" val="40492887"/>
  <p:tag name="KSO_WM_UNIT_LAYERLEVEL" val="1_1_1"/>
  <p:tag name="KSO_WM_TAG_VERSION" val="3.0"/>
  <p:tag name="KSO_WM_UNIT_TEXT_TYPE" val="1"/>
  <p:tag name="KSO_WM_UNIT_PRESET_TEXT" val="单击此处添加文本，简明扼要地阐述您的观点。根据需要可酌情增减文字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418.72493152448214,&quot;left&quot;:25.59998779296875,&quot;top&quot;:67.95007152727567,&quot;width&quot;:914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TEMPLATE_CATEGORY" val="diagram"/>
  <p:tag name="KSO_WM_TEMPLATE_INDEX" val="20233163"/>
  <p:tag name="KSO_WM_UNIT_LAYERLEVEL" val="1_1_1_1"/>
  <p:tag name="KSO_WM_TAG_VERSION" val="3.0"/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99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231.56724409448853,&quot;left&quot;:15.25,&quot;top&quot;:289.95,&quot;width&quot;:696.2}"/>
  <p:tag name="KSO_WM_UNIT_ISCONTENTSTITLE" val="0"/>
  <p:tag name="KSO_WM_UNIT_ISNUMDGMTITLE" val="0"/>
  <p:tag name="KSO_WM_UNIT_NOCLEAR" val="0"/>
  <p:tag name="KSO_WM_UNIT_TYPE" val="n_h_h_a"/>
  <p:tag name="KSO_WM_UNIT_INDEX" val="1_2_2_1"/>
  <p:tag name="KSO_WM_UNIT_ID" val="diagram20233163_1*n_h_h_a*1_2_2_1"/>
  <p:tag name="KSO_WM_UNIT_VALUE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9,10,9,10,9,10]}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TEMPLATE_CATEGORY" val="diagram"/>
  <p:tag name="KSO_WM_TEMPLATE_INDEX" val="20233163"/>
  <p:tag name="KSO_WM_UNIT_LAYERLEVEL" val="1_1_1_1"/>
  <p:tag name="KSO_WM_TAG_VERSION" val="3.0"/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99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231.56724409448853,&quot;left&quot;:15.25,&quot;top&quot;:289.95,&quot;width&quot;:696.2}"/>
  <p:tag name="KSO_WM_UNIT_ISCONTENTSTITLE" val="0"/>
  <p:tag name="KSO_WM_UNIT_ISNUMDGMTITLE" val="0"/>
  <p:tag name="KSO_WM_UNIT_NOCLEAR" val="0"/>
  <p:tag name="KSO_WM_UNIT_TYPE" val="n_h_h_a"/>
  <p:tag name="KSO_WM_UNIT_INDEX" val="1_2_2_1"/>
  <p:tag name="KSO_WM_UNIT_ID" val="diagram20233163_1*n_h_h_a*1_2_2_1"/>
  <p:tag name="KSO_WM_UNIT_VALUE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9,10,9,10,9,10]}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TEMPLATE_CATEGORY" val="diagram"/>
  <p:tag name="KSO_WM_TEMPLATE_INDEX" val="20233163"/>
  <p:tag name="KSO_WM_UNIT_LAYERLEVEL" val="1_1_1_1"/>
  <p:tag name="KSO_WM_TAG_VERSION" val="3.0"/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99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231.56724409448853,&quot;left&quot;:15.25,&quot;top&quot;:289.95,&quot;width&quot;:696.2}"/>
  <p:tag name="KSO_WM_UNIT_ISCONTENTSTITLE" val="0"/>
  <p:tag name="KSO_WM_UNIT_ISNUMDGMTITLE" val="0"/>
  <p:tag name="KSO_WM_UNIT_NOCLEAR" val="0"/>
  <p:tag name="KSO_WM_UNIT_TYPE" val="n_h_h_a"/>
  <p:tag name="KSO_WM_UNIT_INDEX" val="1_2_2_1"/>
  <p:tag name="KSO_WM_UNIT_ID" val="diagram20233163_1*n_h_h_a*1_2_2_1"/>
  <p:tag name="KSO_WM_UNIT_VALUE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9,10,9,10,9,10]}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TEMPLATE_CATEGORY" val="diagram"/>
  <p:tag name="KSO_WM_TEMPLATE_INDEX" val="20233163"/>
  <p:tag name="KSO_WM_UNIT_LAYERLEVEL" val="1_1_1_1"/>
  <p:tag name="KSO_WM_TAG_VERSION" val="3.0"/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99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231.56724409448853,&quot;left&quot;:15.25,&quot;top&quot;:289.95,&quot;width&quot;:696.2}"/>
  <p:tag name="KSO_WM_UNIT_ISCONTENTSTITLE" val="0"/>
  <p:tag name="KSO_WM_UNIT_ISNUMDGMTITLE" val="0"/>
  <p:tag name="KSO_WM_UNIT_NOCLEAR" val="0"/>
  <p:tag name="KSO_WM_UNIT_TYPE" val="n_h_h_a"/>
  <p:tag name="KSO_WM_UNIT_INDEX" val="1_2_2_1"/>
  <p:tag name="KSO_WM_UNIT_ID" val="diagram20233163_1*n_h_h_a*1_2_2_1"/>
  <p:tag name="KSO_WM_UNIT_VALUE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9,10,9,10,9,10]}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TEMPLATE_CATEGORY" val="diagram"/>
  <p:tag name="KSO_WM_TEMPLATE_INDEX" val="20233163"/>
  <p:tag name="KSO_WM_UNIT_LAYERLEVEL" val="1_1_1_1"/>
  <p:tag name="KSO_WM_TAG_VERSION" val="3.0"/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99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231.56724409448853,&quot;left&quot;:15.25,&quot;top&quot;:289.95,&quot;width&quot;:696.2}"/>
  <p:tag name="KSO_WM_UNIT_ISCONTENTSTITLE" val="0"/>
  <p:tag name="KSO_WM_UNIT_ISNUMDGMTITLE" val="0"/>
  <p:tag name="KSO_WM_UNIT_NOCLEAR" val="0"/>
  <p:tag name="KSO_WM_UNIT_TYPE" val="n_h_h_a"/>
  <p:tag name="KSO_WM_UNIT_INDEX" val="1_2_2_1"/>
  <p:tag name="KSO_WM_UNIT_ID" val="diagram20233163_1*n_h_h_a*1_2_2_1"/>
  <p:tag name="KSO_WM_UNIT_VALUE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9,10,9,10,9,10]}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TEMPLATE_CATEGORY" val="diagram"/>
  <p:tag name="KSO_WM_TEMPLATE_INDEX" val="20233163"/>
  <p:tag name="KSO_WM_UNIT_LAYERLEVEL" val="1_1_1_1"/>
  <p:tag name="KSO_WM_TAG_VERSION" val="3.0"/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99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231.56724409448853,&quot;left&quot;:15.25,&quot;top&quot;:289.95,&quot;width&quot;:696.2}"/>
  <p:tag name="KSO_WM_UNIT_ISCONTENTSTITLE" val="0"/>
  <p:tag name="KSO_WM_UNIT_ISNUMDGMTITLE" val="0"/>
  <p:tag name="KSO_WM_UNIT_NOCLEAR" val="0"/>
  <p:tag name="KSO_WM_UNIT_TYPE" val="n_h_h_a"/>
  <p:tag name="KSO_WM_UNIT_INDEX" val="1_2_2_1"/>
  <p:tag name="KSO_WM_UNIT_ID" val="diagram20233163_1*n_h_h_a*1_2_2_1"/>
  <p:tag name="KSO_WM_UNIT_VALUE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9,10,9,10,9,10]}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TEMPLATE_CATEGORY" val="diagram"/>
  <p:tag name="KSO_WM_TEMPLATE_INDEX" val="20233163"/>
  <p:tag name="KSO_WM_UNIT_LAYERLEVEL" val="1_1_1_1"/>
  <p:tag name="KSO_WM_TAG_VERSION" val="3.0"/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99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231.56724409448853,&quot;left&quot;:15.25,&quot;top&quot;:289.95,&quot;width&quot;:696.2}"/>
  <p:tag name="KSO_WM_UNIT_ISCONTENTSTITLE" val="0"/>
  <p:tag name="KSO_WM_UNIT_ISNUMDGMTITLE" val="0"/>
  <p:tag name="KSO_WM_UNIT_NOCLEAR" val="0"/>
  <p:tag name="KSO_WM_UNIT_TYPE" val="n_h_h_a"/>
  <p:tag name="KSO_WM_UNIT_INDEX" val="1_2_2_1"/>
  <p:tag name="KSO_WM_UNIT_ID" val="diagram20233163_1*n_h_h_a*1_2_2_1"/>
  <p:tag name="KSO_WM_UNIT_VALUE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9,10,9,10,9,10]}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TEMPLATE_CATEGORY" val="diagram"/>
  <p:tag name="KSO_WM_TEMPLATE_INDEX" val="20233163"/>
  <p:tag name="KSO_WM_UNIT_LAYERLEVEL" val="1_1_1_1"/>
  <p:tag name="KSO_WM_TAG_VERSION" val="3.0"/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99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231.56724409448853,&quot;left&quot;:15.25,&quot;top&quot;:289.95,&quot;width&quot;:696.2}"/>
  <p:tag name="KSO_WM_UNIT_ISCONTENTSTITLE" val="0"/>
  <p:tag name="KSO_WM_UNIT_ISNUMDGMTITLE" val="0"/>
  <p:tag name="KSO_WM_UNIT_NOCLEAR" val="0"/>
  <p:tag name="KSO_WM_UNIT_TYPE" val="n_h_h_a"/>
  <p:tag name="KSO_WM_UNIT_INDEX" val="1_2_2_1"/>
  <p:tag name="KSO_WM_UNIT_ID" val="diagram20233163_1*n_h_h_a*1_2_2_1"/>
  <p:tag name="KSO_WM_UNIT_VALUE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9,10,9,10,9,10]}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TEMPLATE_CATEGORY" val="diagram"/>
  <p:tag name="KSO_WM_TEMPLATE_INDEX" val="20233163"/>
  <p:tag name="KSO_WM_UNIT_LAYERLEVEL" val="1_1_1_1"/>
  <p:tag name="KSO_WM_TAG_VERSION" val="3.0"/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99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231.56724409448853,&quot;left&quot;:15.25,&quot;top&quot;:289.95,&quot;width&quot;:696.2}"/>
  <p:tag name="KSO_WM_UNIT_ISCONTENTSTITLE" val="0"/>
  <p:tag name="KSO_WM_UNIT_ISNUMDGMTITLE" val="0"/>
  <p:tag name="KSO_WM_UNIT_NOCLEAR" val="0"/>
  <p:tag name="KSO_WM_UNIT_TYPE" val="n_h_h_a"/>
  <p:tag name="KSO_WM_UNIT_INDEX" val="1_2_2_1"/>
  <p:tag name="KSO_WM_UNIT_ID" val="diagram20233163_1*n_h_h_a*1_2_2_1"/>
  <p:tag name="KSO_WM_UNIT_VALUE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9,10,9,10,9,10]}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TEMPLATE_CATEGORY" val="diagram"/>
  <p:tag name="KSO_WM_TEMPLATE_INDEX" val="20233163"/>
  <p:tag name="KSO_WM_UNIT_LAYERLEVEL" val="1_1_1_1"/>
  <p:tag name="KSO_WM_TAG_VERSION" val="3.0"/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99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231.56724409448853,&quot;left&quot;:15.25,&quot;top&quot;:289.95,&quot;width&quot;:696.2}"/>
  <p:tag name="KSO_WM_UNIT_ISCONTENTSTITLE" val="0"/>
  <p:tag name="KSO_WM_UNIT_ISNUMDGMTITLE" val="0"/>
  <p:tag name="KSO_WM_UNIT_NOCLEAR" val="0"/>
  <p:tag name="KSO_WM_UNIT_TYPE" val="n_h_h_a"/>
  <p:tag name="KSO_WM_UNIT_INDEX" val="1_2_2_1"/>
  <p:tag name="KSO_WM_UNIT_ID" val="diagram20233163_1*n_h_h_a*1_2_2_1"/>
  <p:tag name="KSO_WM_UNIT_VALUE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9,10,9,10,9,10]}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DIAGRAM_VERSION" val="3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5_1"/>
  <p:tag name="KSO_WM_UNIT_ID" val="diagram20231068_4*m_h_a*1_5_1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431.3999938964845,&quot;left&quot;:111.25,&quot;top&quot;:68.70000305175782,&quot;width&quot;:82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73.xml><?xml version="1.0" encoding="utf-8"?>
<p:tagLst xmlns:p="http://schemas.openxmlformats.org/presentationml/2006/main">
  <p:tag name="KSO_WM_DIAGRAM_VERSION" val="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1_1"/>
  <p:tag name="KSO_WM_UNIT_ID" val="diagram20231068_4*m_h_i*1_1_1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FILL_TYPE" val="3"/>
  <p:tag name="KSO_WM_DIAGRAM_MAX_ITEMCNT" val="6"/>
  <p:tag name="KSO_WM_DIAGRAM_MIN_ITEMCNT" val="3"/>
  <p:tag name="KSO_WM_DIAGRAM_VIRTUALLY_FRAME" val="{&quot;height&quot;:431.3999938964845,&quot;left&quot;:111.25,&quot;top&quot;:68.70000305175782,&quot;width&quot;:829}"/>
  <p:tag name="KSO_WM_DIAGRAM_COLOR_MATCH_VALUE" val="{&quot;shape&quot;:{&quot;fill&quot;:{&quot;gradient&quot;:[{&quot;brightness&quot;:0.4000000059604645,&quot;colorType&quot;:1,&quot;foreColorIndex&quot;:5,&quot;pos&quot;:0.1599999964237213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74.xml><?xml version="1.0" encoding="utf-8"?>
<p:tagLst xmlns:p="http://schemas.openxmlformats.org/presentationml/2006/main">
  <p:tag name="KSO_WM_DIAGRAM_VERSION" val="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2_1"/>
  <p:tag name="KSO_WM_UNIT_ID" val="diagram20231068_4*m_h_i*1_2_1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FILL_TYPE" val="3"/>
  <p:tag name="KSO_WM_DIAGRAM_MAX_ITEMCNT" val="6"/>
  <p:tag name="KSO_WM_DIAGRAM_MIN_ITEMCNT" val="3"/>
  <p:tag name="KSO_WM_DIAGRAM_VIRTUALLY_FRAME" val="{&quot;height&quot;:431.3999938964845,&quot;left&quot;:111.25,&quot;top&quot;:68.70000305175782,&quot;width&quot;:829}"/>
  <p:tag name="KSO_WM_DIAGRAM_COLOR_MATCH_VALUE" val="{&quot;shape&quot;:{&quot;fill&quot;:{&quot;gradient&quot;:[{&quot;brightness&quot;:0.4000000059604645,&quot;colorType&quot;:1,&quot;foreColorIndex&quot;:6,&quot;pos&quot;:0.1599999964237213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,&quot;colorType&quot;:1,&quot;foreColorIndex&quot;:6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75.xml><?xml version="1.0" encoding="utf-8"?>
<p:tagLst xmlns:p="http://schemas.openxmlformats.org/presentationml/2006/main">
  <p:tag name="KSO_WM_DIAGRAM_VERSION" val="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3_1"/>
  <p:tag name="KSO_WM_UNIT_ID" val="diagram20231068_4*m_h_i*1_3_1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FILL_TYPE" val="3"/>
  <p:tag name="KSO_WM_DIAGRAM_MAX_ITEMCNT" val="6"/>
  <p:tag name="KSO_WM_DIAGRAM_MIN_ITEMCNT" val="3"/>
  <p:tag name="KSO_WM_DIAGRAM_VIRTUALLY_FRAME" val="{&quot;height&quot;:431.3999938964845,&quot;left&quot;:111.25,&quot;top&quot;:68.70000305175782,&quot;width&quot;:829}"/>
  <p:tag name="KSO_WM_DIAGRAM_COLOR_MATCH_VALUE" val="{&quot;shape&quot;:{&quot;fill&quot;:{&quot;gradient&quot;:[{&quot;brightness&quot;:0.4000000059604645,&quot;colorType&quot;:1,&quot;foreColorIndex&quot;:5,&quot;pos&quot;:0.1599999964237213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76.xml><?xml version="1.0" encoding="utf-8"?>
<p:tagLst xmlns:p="http://schemas.openxmlformats.org/presentationml/2006/main">
  <p:tag name="KSO_WM_DIAGRAM_VERSION" val="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4_1"/>
  <p:tag name="KSO_WM_UNIT_ID" val="diagram20231068_4*m_h_i*1_4_1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FILL_TYPE" val="3"/>
  <p:tag name="KSO_WM_DIAGRAM_MAX_ITEMCNT" val="6"/>
  <p:tag name="KSO_WM_DIAGRAM_MIN_ITEMCNT" val="3"/>
  <p:tag name="KSO_WM_DIAGRAM_VIRTUALLY_FRAME" val="{&quot;height&quot;:431.3999938964845,&quot;left&quot;:111.25,&quot;top&quot;:68.70000305175782,&quot;width&quot;:829}"/>
  <p:tag name="KSO_WM_DIAGRAM_COLOR_MATCH_VALUE" val="{&quot;shape&quot;:{&quot;fill&quot;:{&quot;gradient&quot;:[{&quot;brightness&quot;:0.4000000059604645,&quot;colorType&quot;:1,&quot;foreColorIndex&quot;:6,&quot;pos&quot;:0.1599999964237213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,&quot;colorType&quot;:1,&quot;foreColorIndex&quot;:6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77.xml><?xml version="1.0" encoding="utf-8"?>
<p:tagLst xmlns:p="http://schemas.openxmlformats.org/presentationml/2006/main">
  <p:tag name="KSO_WM_DIAGRAM_VERSION" val="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5_1"/>
  <p:tag name="KSO_WM_UNIT_ID" val="diagram20231068_4*m_h_i*1_5_1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FILL_TYPE" val="3"/>
  <p:tag name="KSO_WM_DIAGRAM_MAX_ITEMCNT" val="6"/>
  <p:tag name="KSO_WM_DIAGRAM_MIN_ITEMCNT" val="3"/>
  <p:tag name="KSO_WM_DIAGRAM_VIRTUALLY_FRAME" val="{&quot;height&quot;:431.3999938964845,&quot;left&quot;:111.25,&quot;top&quot;:68.70000305175782,&quot;width&quot;:829}"/>
  <p:tag name="KSO_WM_DIAGRAM_COLOR_MATCH_VALUE" val="{&quot;shape&quot;:{&quot;fill&quot;:{&quot;gradient&quot;:[{&quot;brightness&quot;:0.4000000059604645,&quot;colorType&quot;:1,&quot;foreColorIndex&quot;:5,&quot;pos&quot;:0.1599999964237213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78.xml><?xml version="1.0" encoding="utf-8"?>
<p:tagLst xmlns:p="http://schemas.openxmlformats.org/presentationml/2006/main">
  <p:tag name="KSO_WM_DIAGRAM_VERSION" val="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6_1"/>
  <p:tag name="KSO_WM_UNIT_ID" val="diagram20231068_4*m_h_i*1_6_1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FILL_TYPE" val="3"/>
  <p:tag name="KSO_WM_DIAGRAM_MAX_ITEMCNT" val="6"/>
  <p:tag name="KSO_WM_DIAGRAM_MIN_ITEMCNT" val="3"/>
  <p:tag name="KSO_WM_DIAGRAM_VIRTUALLY_FRAME" val="{&quot;height&quot;:431.3999938964845,&quot;left&quot;:111.25,&quot;top&quot;:68.70000305175782,&quot;width&quot;:829}"/>
  <p:tag name="KSO_WM_DIAGRAM_COLOR_MATCH_VALUE" val="{&quot;shape&quot;:{&quot;fill&quot;:{&quot;gradient&quot;:[{&quot;brightness&quot;:0.4000000059604645,&quot;colorType&quot;:1,&quot;foreColorIndex&quot;:6,&quot;pos&quot;:0.1599999964237213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,&quot;colorType&quot;:1,&quot;foreColorIndex&quot;:6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79.xml><?xml version="1.0" encoding="utf-8"?>
<p:tagLst xmlns:p="http://schemas.openxmlformats.org/presentationml/2006/main">
  <p:tag name="KSO_WM_DIAGRAM_VERSION" val="3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1_1"/>
  <p:tag name="KSO_WM_UNIT_ID" val="diagram20231068_4*m_h_a*1_1_1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431.3999938964845,&quot;left&quot;:111.25,&quot;top&quot;:68.70000305175782,&quot;width&quot;:82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80.xml><?xml version="1.0" encoding="utf-8"?>
<p:tagLst xmlns:p="http://schemas.openxmlformats.org/presentationml/2006/main">
  <p:tag name="KSO_WM_DIAGRAM_VERSION" val="3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31068_4*m_h_f*1_1_1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PRESET_TEXT" val="单击此处输入你的正文，文字是您思想的提炼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431.3999938964845,&quot;left&quot;:111.25,&quot;top&quot;:68.70000305175782,&quot;width&quot;:82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81.xml><?xml version="1.0" encoding="utf-8"?>
<p:tagLst xmlns:p="http://schemas.openxmlformats.org/presentationml/2006/main">
  <p:tag name="KSO_WM_DIAGRAM_VERSION" val="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2"/>
  <p:tag name="KSO_WM_UNIT_ID" val="diagram20231068_4*m_h_i*1_1_2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LINE_FORE_SCHEMECOLOR_INDEX" val="5"/>
  <p:tag name="KSO_WM_DIAGRAM_MAX_ITEMCNT" val="6"/>
  <p:tag name="KSO_WM_DIAGRAM_MIN_ITEMCNT" val="3"/>
  <p:tag name="KSO_WM_DIAGRAM_VIRTUALLY_FRAME" val="{&quot;height&quot;:431.3999938964845,&quot;left&quot;:111.25,&quot;top&quot;:68.70000305175782,&quot;width&quot;:829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600000023841858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182.xml><?xml version="1.0" encoding="utf-8"?>
<p:tagLst xmlns:p="http://schemas.openxmlformats.org/presentationml/2006/main">
  <p:tag name="KSO_WM_DIAGRAM_VERSION" val="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2"/>
  <p:tag name="KSO_WM_UNIT_ID" val="diagram20231068_4*m_h_i*1_2_2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LINE_FORE_SCHEMECOLOR_INDEX" val="6"/>
  <p:tag name="KSO_WM_DIAGRAM_MAX_ITEMCNT" val="6"/>
  <p:tag name="KSO_WM_DIAGRAM_MIN_ITEMCNT" val="3"/>
  <p:tag name="KSO_WM_DIAGRAM_VIRTUALLY_FRAME" val="{&quot;height&quot;:431.3999938964845,&quot;left&quot;:111.25,&quot;top&quot;:68.70000305175782,&quot;width&quot;:829}"/>
  <p:tag name="KSO_WM_DIAGRAM_COLOR_MATCH_VALUE" val="{&quot;shape&quot;:{&quot;fill&quot;:{&quot;type&quot;:0},&quot;glow&quot;:{&quot;colorType&quot;:0},&quot;line&quot;:{&quot;solidLine&quot;:{&quot;brightness&quot;:0,&quot;colorType&quot;:1,&quot;foreColorIndex&quot;:6,&quot;transparency&quot;:0.5600000023841858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183.xml><?xml version="1.0" encoding="utf-8"?>
<p:tagLst xmlns:p="http://schemas.openxmlformats.org/presentationml/2006/main">
  <p:tag name="KSO_WM_DIAGRAM_VERSION" val="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2"/>
  <p:tag name="KSO_WM_UNIT_ID" val="diagram20231068_4*m_h_i*1_3_2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LINE_FORE_SCHEMECOLOR_INDEX" val="5"/>
  <p:tag name="KSO_WM_DIAGRAM_MAX_ITEMCNT" val="6"/>
  <p:tag name="KSO_WM_DIAGRAM_MIN_ITEMCNT" val="3"/>
  <p:tag name="KSO_WM_DIAGRAM_VIRTUALLY_FRAME" val="{&quot;height&quot;:431.3999938964845,&quot;left&quot;:111.25,&quot;top&quot;:68.70000305175782,&quot;width&quot;:829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600000023841858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184.xml><?xml version="1.0" encoding="utf-8"?>
<p:tagLst xmlns:p="http://schemas.openxmlformats.org/presentationml/2006/main">
  <p:tag name="KSO_WM_DIAGRAM_VERSION" val="3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4_1"/>
  <p:tag name="KSO_WM_UNIT_ID" val="diagram20231068_4*m_h_a*1_4_1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431.3999938964845,&quot;left&quot;:111.25,&quot;top&quot;:68.70000305175782,&quot;width&quot;:82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85.xml><?xml version="1.0" encoding="utf-8"?>
<p:tagLst xmlns:p="http://schemas.openxmlformats.org/presentationml/2006/main">
  <p:tag name="KSO_WM_DIAGRAM_VERSION" val="3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4_1"/>
  <p:tag name="KSO_WM_UNIT_ID" val="diagram20231068_4*m_h_f*1_4_1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PRESET_TEXT" val="单击添加正文，文字是您思想的提炼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431.3999938964845,&quot;left&quot;:111.25,&quot;top&quot;:68.70000305175782,&quot;width&quot;:82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86.xml><?xml version="1.0" encoding="utf-8"?>
<p:tagLst xmlns:p="http://schemas.openxmlformats.org/presentationml/2006/main">
  <p:tag name="KSO_WM_DIAGRAM_VERSION" val="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2"/>
  <p:tag name="KSO_WM_UNIT_ID" val="diagram20231068_4*m_h_i*1_4_2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LINE_FORE_SCHEMECOLOR_INDEX" val="6"/>
  <p:tag name="KSO_WM_DIAGRAM_MAX_ITEMCNT" val="6"/>
  <p:tag name="KSO_WM_DIAGRAM_MIN_ITEMCNT" val="3"/>
  <p:tag name="KSO_WM_DIAGRAM_VIRTUALLY_FRAME" val="{&quot;height&quot;:431.3999938964845,&quot;left&quot;:111.25,&quot;top&quot;:68.70000305175782,&quot;width&quot;:829}"/>
  <p:tag name="KSO_WM_DIAGRAM_COLOR_MATCH_VALUE" val="{&quot;shape&quot;:{&quot;fill&quot;:{&quot;type&quot;:0},&quot;glow&quot;:{&quot;colorType&quot;:0},&quot;line&quot;:{&quot;solidLine&quot;:{&quot;brightness&quot;:0,&quot;colorType&quot;:1,&quot;foreColorIndex&quot;:6,&quot;transparency&quot;:0.5600000023841858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187.xml><?xml version="1.0" encoding="utf-8"?>
<p:tagLst xmlns:p="http://schemas.openxmlformats.org/presentationml/2006/main">
  <p:tag name="KSO_WM_DIAGRAM_VERSION" val="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5_2"/>
  <p:tag name="KSO_WM_UNIT_ID" val="diagram20231068_4*m_h_i*1_5_2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LINE_FORE_SCHEMECOLOR_INDEX" val="5"/>
  <p:tag name="KSO_WM_DIAGRAM_MAX_ITEMCNT" val="6"/>
  <p:tag name="KSO_WM_DIAGRAM_MIN_ITEMCNT" val="3"/>
  <p:tag name="KSO_WM_DIAGRAM_VIRTUALLY_FRAME" val="{&quot;height&quot;:431.3999938964845,&quot;left&quot;:111.25,&quot;top&quot;:68.70000305175782,&quot;width&quot;:829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600000023841858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188.xml><?xml version="1.0" encoding="utf-8"?>
<p:tagLst xmlns:p="http://schemas.openxmlformats.org/presentationml/2006/main">
  <p:tag name="KSO_WM_DIAGRAM_VERSION" val="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6_2"/>
  <p:tag name="KSO_WM_UNIT_ID" val="diagram20231068_4*m_h_i*1_6_2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LINE_FORE_SCHEMECOLOR_INDEX" val="6"/>
  <p:tag name="KSO_WM_DIAGRAM_MAX_ITEMCNT" val="6"/>
  <p:tag name="KSO_WM_DIAGRAM_MIN_ITEMCNT" val="3"/>
  <p:tag name="KSO_WM_DIAGRAM_VIRTUALLY_FRAME" val="{&quot;height&quot;:431.3999938964845,&quot;left&quot;:111.25,&quot;top&quot;:68.70000305175782,&quot;width&quot;:829}"/>
  <p:tag name="KSO_WM_DIAGRAM_COLOR_MATCH_VALUE" val="{&quot;shape&quot;:{&quot;fill&quot;:{&quot;type&quot;:0},&quot;glow&quot;:{&quot;colorType&quot;:0},&quot;line&quot;:{&quot;solidLine&quot;:{&quot;brightness&quot;:0,&quot;colorType&quot;:1,&quot;foreColorIndex&quot;:6,&quot;transparency&quot;:0.5600000023841858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189.xml><?xml version="1.0" encoding="utf-8"?>
<p:tagLst xmlns:p="http://schemas.openxmlformats.org/presentationml/2006/main">
  <p:tag name="KSO_WM_DIAGRAM_VERSION" val="3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3_1"/>
  <p:tag name="KSO_WM_UNIT_ID" val="diagram20231068_4*m_h_a*1_3_1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431.3999938964845,&quot;left&quot;:111.25,&quot;top&quot;:68.70000305175782,&quot;width&quot;:82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90.xml><?xml version="1.0" encoding="utf-8"?>
<p:tagLst xmlns:p="http://schemas.openxmlformats.org/presentationml/2006/main">
  <p:tag name="KSO_WM_DIAGRAM_VERSION" val="3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3_1"/>
  <p:tag name="KSO_WM_UNIT_ID" val="diagram20231068_4*m_h_f*1_3_1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PRESET_TEXT" val="单击添加正文，文字是您思想的提炼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431.3999938964845,&quot;left&quot;:111.25,&quot;top&quot;:68.70000305175782,&quot;width&quot;:82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91.xml><?xml version="1.0" encoding="utf-8"?>
<p:tagLst xmlns:p="http://schemas.openxmlformats.org/presentationml/2006/main">
  <p:tag name="KSO_WM_DIAGRAM_VERSION" val="3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5_1"/>
  <p:tag name="KSO_WM_UNIT_ID" val="diagram20231068_4*m_h_f*1_5_1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PRESET_TEXT" val="单击此处输入你的正文，文字是您思想的提炼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431.3999938964845,&quot;left&quot;:111.25,&quot;top&quot;:68.70000305175782,&quot;width&quot;:82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92.xml><?xml version="1.0" encoding="utf-8"?>
<p:tagLst xmlns:p="http://schemas.openxmlformats.org/presentationml/2006/main">
  <p:tag name="KSO_WM_DIAGRAM_VERSION" val="3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2_1"/>
  <p:tag name="KSO_WM_UNIT_ID" val="diagram20231068_4*m_h_a*1_2_1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431.3999938964845,&quot;left&quot;:111.25,&quot;top&quot;:68.70000305175782,&quot;width&quot;:82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93.xml><?xml version="1.0" encoding="utf-8"?>
<p:tagLst xmlns:p="http://schemas.openxmlformats.org/presentationml/2006/main">
  <p:tag name="KSO_WM_DIAGRAM_VERSION" val="3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231068_4*m_h_f*1_2_1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PRESET_TEXT" val="单击此处输入你的正文，文字是您思想的提炼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431.3999938964845,&quot;left&quot;:111.25,&quot;top&quot;:68.70000305175782,&quot;width&quot;:82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94.xml><?xml version="1.0" encoding="utf-8"?>
<p:tagLst xmlns:p="http://schemas.openxmlformats.org/presentationml/2006/main">
  <p:tag name="KSO_WM_DIAGRAM_VERSION" val="3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6_1"/>
  <p:tag name="KSO_WM_UNIT_ID" val="diagram20231068_4*m_h_a*1_6_1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431.3999938964845,&quot;left&quot;:111.25,&quot;top&quot;:68.70000305175782,&quot;width&quot;:82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95.xml><?xml version="1.0" encoding="utf-8"?>
<p:tagLst xmlns:p="http://schemas.openxmlformats.org/presentationml/2006/main">
  <p:tag name="KSO_WM_DIAGRAM_VERSION" val="3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6_1"/>
  <p:tag name="KSO_WM_UNIT_ID" val="diagram20231068_4*m_h_f*1_6_1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PRESET_TEXT" val="单击此处输入你的正文，文字是您思想的提炼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431.3999938964845,&quot;left&quot;:111.25,&quot;top&quot;:68.70000305175782,&quot;width&quot;:82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62_5*l_h_i*1_1_2"/>
  <p:tag name="KSO_WM_TEMPLATE_CATEGORY" val="diagram"/>
  <p:tag name="KSO_WM_TEMPLATE_INDEX" val="202324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2"/>
  <p:tag name="KSO_WM_DIAGRAM_MAX_ITEMCNT" val="6"/>
  <p:tag name="KSO_WM_DIAGRAM_MIN_ITEMCNT" val="2"/>
  <p:tag name="KSO_WM_DIAGRAM_VIRTUALLY_FRAME" val="{&quot;height&quot;:190.71342155249175,&quot;left&quot;:111.25,&quot;top&quot;:309.3865753957505,&quot;width&quot;:801.1220397949219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9,10,9,10,9,10]}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62_5*l_h_i*1_1_3"/>
  <p:tag name="KSO_WM_TEMPLATE_CATEGORY" val="diagram"/>
  <p:tag name="KSO_WM_TEMPLATE_INDEX" val="202324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3"/>
  <p:tag name="KSO_WM_DIAGRAM_MAX_ITEMCNT" val="6"/>
  <p:tag name="KSO_WM_DIAGRAM_MIN_ITEMCNT" val="2"/>
  <p:tag name="KSO_WM_DIAGRAM_VIRTUALLY_FRAME" val="{&quot;height&quot;:190.71342155249175,&quot;left&quot;:111.25,&quot;top&quot;:309.3865753957505,&quot;width&quot;:801.1220397949219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9,10,9,10,9,10]}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diagram20232462_5*l_h_i*1_1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190.71342155249175,&quot;left&quot;:111.25,&quot;top&quot;:309.3865753957505,&quot;width&quot;:801.1220397949219}"/>
  <p:tag name="KSO_WM_DIAGRAM_COLOR_MATCH_VALUE" val="{&quot;shape&quot;:{&quot;fill&quot;:{&quot;gradient&quot;:[{&quot;brightness&quot;:0,&quot;colorType&quot;:1,&quot;foreColorIndex&quot;:5,&quot;pos&quot;:0,&quot;transparency&quot;:0},{&quot;brightness&quot;:-0.25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9,10,9,10,9,10]}"/>
</p:tagLst>
</file>

<file path=ppt/tags/tag200.xml><?xml version="1.0" encoding="utf-8"?>
<p:tagLst xmlns:p="http://schemas.openxmlformats.org/presentationml/2006/main">
  <p:tag name="KSO_WM_DIAGRAM_VERSION" val="3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3_1"/>
  <p:tag name="KSO_WM_UNIT_ID" val="diagram20231068_4*m_h_f*1_3_1"/>
  <p:tag name="KSO_WM_TEMPLATE_CATEGORY" val="diagram"/>
  <p:tag name="KSO_WM_TEMPLATE_INDEX" val="20231068"/>
  <p:tag name="KSO_WM_UNIT_LAYERLEVEL" val="1_1_1"/>
  <p:tag name="KSO_WM_TAG_VERSION" val="3.0"/>
  <p:tag name="KSO_WM_UNIT_PRESET_TEXT" val="单击添加正文，文字是您思想的提炼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240.89999694824218,&quot;left&quot;:115.79998779296875,&quot;top&quot;:68.70000305175782,&quot;width&quot;:826.5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62_5*l_h_i*1_1_3"/>
  <p:tag name="KSO_WM_TEMPLATE_CATEGORY" val="diagram"/>
  <p:tag name="KSO_WM_TEMPLATE_INDEX" val="202324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3"/>
  <p:tag name="KSO_WM_DIAGRAM_MAX_ITEMCNT" val="6"/>
  <p:tag name="KSO_WM_DIAGRAM_MIN_ITEMCNT" val="2"/>
  <p:tag name="KSO_WM_DIAGRAM_VIRTUALLY_FRAME" val="{&quot;height&quot;:241.11342155249176,&quot;left&quot;:111.25,&quot;top&quot;:258.9865753957505,&quot;width&quot;:801.1220397949219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9,10,9,10,9,10]}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62_5*l_h_i*1_1_3"/>
  <p:tag name="KSO_WM_TEMPLATE_CATEGORY" val="diagram"/>
  <p:tag name="KSO_WM_TEMPLATE_INDEX" val="202324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3"/>
  <p:tag name="KSO_WM_DIAGRAM_MAX_ITEMCNT" val="6"/>
  <p:tag name="KSO_WM_DIAGRAM_MIN_ITEMCNT" val="2"/>
  <p:tag name="KSO_WM_DIAGRAM_VIRTUALLY_FRAME" val="{&quot;height&quot;:241.11342155249176,&quot;left&quot;:111.25,&quot;top&quot;:258.9865753957505,&quot;width&quot;:801.1220397949219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9,10,9,10,9,10]}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62_5*l_h_i*1_1_3"/>
  <p:tag name="KSO_WM_TEMPLATE_CATEGORY" val="diagram"/>
  <p:tag name="KSO_WM_TEMPLATE_INDEX" val="202324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3"/>
  <p:tag name="KSO_WM_DIAGRAM_MAX_ITEMCNT" val="6"/>
  <p:tag name="KSO_WM_DIAGRAM_MIN_ITEMCNT" val="2"/>
  <p:tag name="KSO_WM_DIAGRAM_VIRTUALLY_FRAME" val="{&quot;height&quot;:241.11342155249176,&quot;left&quot;:111.25,&quot;top&quot;:258.9865753957505,&quot;width&quot;:801.1220397949219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9,10,9,10,9,10]}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62_5*l_h_i*1_1_3"/>
  <p:tag name="KSO_WM_TEMPLATE_CATEGORY" val="diagram"/>
  <p:tag name="KSO_WM_TEMPLATE_INDEX" val="202324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3"/>
  <p:tag name="KSO_WM_DIAGRAM_MAX_ITEMCNT" val="6"/>
  <p:tag name="KSO_WM_DIAGRAM_MIN_ITEMCNT" val="2"/>
  <p:tag name="KSO_WM_DIAGRAM_VIRTUALLY_FRAME" val="{&quot;height&quot;:241.11342155249176,&quot;left&quot;:111.25,&quot;top&quot;:258.9865753957505,&quot;width&quot;:801.1220397949219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9,10,9,10,9,10]}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62_5*l_h_i*1_1_3"/>
  <p:tag name="KSO_WM_TEMPLATE_CATEGORY" val="diagram"/>
  <p:tag name="KSO_WM_TEMPLATE_INDEX" val="202324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3"/>
  <p:tag name="KSO_WM_DIAGRAM_MAX_ITEMCNT" val="6"/>
  <p:tag name="KSO_WM_DIAGRAM_MIN_ITEMCNT" val="2"/>
  <p:tag name="KSO_WM_DIAGRAM_VIRTUALLY_FRAME" val="{&quot;height&quot;:241.11342155249176,&quot;left&quot;:111.25,&quot;top&quot;:258.9865753957505,&quot;width&quot;:801.1220397949219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9,10,9,10,9,10]}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diagram20232462_5*l_h_i*1_2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241.11342155249176,&quot;left&quot;:111.25,&quot;top&quot;:258.9865753957505,&quot;width&quot;:801.1220397949219}"/>
  <p:tag name="KSO_WM_DIAGRAM_COLOR_MATCH_VALUE" val="{&quot;shape&quot;:{&quot;fill&quot;:{&quot;gradient&quot;:[{&quot;brightness&quot;:0,&quot;colorType&quot;:1,&quot;foreColorIndex&quot;:5,&quot;pos&quot;:0,&quot;transparency&quot;:0},{&quot;brightness&quot;:-0.25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9,10,9,10,9,10]}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diagram20232462_5*l_h_i*1_1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190.71342155249175,&quot;left&quot;:111.25,&quot;top&quot;:309.3865753957505,&quot;width&quot;:801.1220397949219}"/>
  <p:tag name="KSO_WM_DIAGRAM_COLOR_MATCH_VALUE" val="{&quot;shape&quot;:{&quot;fill&quot;:{&quot;gradient&quot;:[{&quot;brightness&quot;:0,&quot;colorType&quot;:1,&quot;foreColorIndex&quot;:5,&quot;pos&quot;:0,&quot;transparency&quot;:0},{&quot;brightness&quot;:-0.25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9,10,9,10,9,10]}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diagram20232462_5*l_h_i*1_2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241.11342155249176,&quot;left&quot;:111.25,&quot;top&quot;:258.9865753957505,&quot;width&quot;:801.1220397949219}"/>
  <p:tag name="KSO_WM_DIAGRAM_COLOR_MATCH_VALUE" val="{&quot;shape&quot;:{&quot;fill&quot;:{&quot;gradient&quot;:[{&quot;brightness&quot;:0,&quot;colorType&quot;:1,&quot;foreColorIndex&quot;:5,&quot;pos&quot;:0,&quot;transparency&quot;:0},{&quot;brightness&quot;:-0.25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9,10,9,10,9,10]}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diagram20232462_5*l_h_i*1_1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190.71342155249175,&quot;left&quot;:111.25,&quot;top&quot;:309.3865753957505,&quot;width&quot;:801.1220397949219}"/>
  <p:tag name="KSO_WM_DIAGRAM_COLOR_MATCH_VALUE" val="{&quot;shape&quot;:{&quot;fill&quot;:{&quot;gradient&quot;:[{&quot;brightness&quot;:0,&quot;colorType&quot;:1,&quot;foreColorIndex&quot;:5,&quot;pos&quot;:0,&quot;transparency&quot;:0},{&quot;brightness&quot;:-0.25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9,10,9,10,9,10]}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diagram20232462_5*l_h_i*1_2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241.11342155249176,&quot;left&quot;:111.25,&quot;top&quot;:258.9865753957505,&quot;width&quot;:801.1220397949219}"/>
  <p:tag name="KSO_WM_DIAGRAM_COLOR_MATCH_VALUE" val="{&quot;shape&quot;:{&quot;fill&quot;:{&quot;gradient&quot;:[{&quot;brightness&quot;:0,&quot;colorType&quot;:1,&quot;foreColorIndex&quot;:5,&quot;pos&quot;:0,&quot;transparency&quot;:0},{&quot;brightness&quot;:-0.25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9,10,9,10,9,10]}"/>
</p:tagLst>
</file>

<file path=ppt/tags/tag211.xml><?xml version="1.0" encoding="utf-8"?>
<p:tagLst xmlns:p="http://schemas.openxmlformats.org/presentationml/2006/main">
  <p:tag name="KSO_WM_DIAGRAM_VERSION" val="3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3_1"/>
  <p:tag name="KSO_WM_UNIT_ID" val="diagram20231068_4*m_h_f*1_3_1"/>
  <p:tag name="KSO_WM_TEMPLATE_CATEGORY" val="diagram"/>
  <p:tag name="KSO_WM_TEMPLATE_INDEX" val="20231068"/>
  <p:tag name="KSO_WM_UNIT_LAYERLEVEL" val="1_1_1"/>
  <p:tag name="KSO_WM_TAG_VERSION" val="3.0"/>
  <p:tag name="KSO_WM_UNIT_PRESET_TEXT" val="单击添加正文，文字是您思想的提炼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240.89999694824218,&quot;left&quot;:115.79998779296875,&quot;top&quot;:68.70000305175782,&quot;width&quot;:826.5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212.xml><?xml version="1.0" encoding="utf-8"?>
<p:tagLst xmlns:p="http://schemas.openxmlformats.org/presentationml/2006/main">
  <p:tag name="KSO_WM_DIAGRAM_VERSION" val="3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3_1"/>
  <p:tag name="KSO_WM_UNIT_ID" val="diagram20231068_4*m_h_f*1_3_1"/>
  <p:tag name="KSO_WM_TEMPLATE_CATEGORY" val="diagram"/>
  <p:tag name="KSO_WM_TEMPLATE_INDEX" val="20231068"/>
  <p:tag name="KSO_WM_UNIT_LAYERLEVEL" val="1_1_1"/>
  <p:tag name="KSO_WM_TAG_VERSION" val="3.0"/>
  <p:tag name="KSO_WM_UNIT_PRESET_TEXT" val="单击添加正文，文字是您思想的提炼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240.89999694824218,&quot;left&quot;:115.79998779296875,&quot;top&quot;:68.70000305175782,&quot;width&quot;:826.5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213.xml><?xml version="1.0" encoding="utf-8"?>
<p:tagLst xmlns:p="http://schemas.openxmlformats.org/presentationml/2006/main">
  <p:tag name="KSO_WM_DIAGRAM_VERSION" val="3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3_1"/>
  <p:tag name="KSO_WM_UNIT_ID" val="diagram20231068_4*m_h_f*1_3_1"/>
  <p:tag name="KSO_WM_TEMPLATE_CATEGORY" val="diagram"/>
  <p:tag name="KSO_WM_TEMPLATE_INDEX" val="20231068"/>
  <p:tag name="KSO_WM_UNIT_LAYERLEVEL" val="1_1_1"/>
  <p:tag name="KSO_WM_TAG_VERSION" val="3.0"/>
  <p:tag name="KSO_WM_UNIT_PRESET_TEXT" val="单击添加正文，文字是您思想的提炼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240.89999694824218,&quot;left&quot;:115.79998779296875,&quot;top&quot;:68.70000305175782,&quot;width&quot;:826.5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214.xml><?xml version="1.0" encoding="utf-8"?>
<p:tagLst xmlns:p="http://schemas.openxmlformats.org/presentationml/2006/main">
  <p:tag name="KSO_WM_DIAGRAM_VERSION" val="3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3_1"/>
  <p:tag name="KSO_WM_UNIT_ID" val="diagram20231068_4*m_h_f*1_3_1"/>
  <p:tag name="KSO_WM_TEMPLATE_CATEGORY" val="diagram"/>
  <p:tag name="KSO_WM_TEMPLATE_INDEX" val="20231068"/>
  <p:tag name="KSO_WM_UNIT_LAYERLEVEL" val="1_1_1"/>
  <p:tag name="KSO_WM_TAG_VERSION" val="3.0"/>
  <p:tag name="KSO_WM_UNIT_PRESET_TEXT" val="单击添加正文，文字是您思想的提炼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240.89999694824218,&quot;left&quot;:115.79998779296875,&quot;top&quot;:68.70000305175782,&quot;width&quot;:826.5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215.xml><?xml version="1.0" encoding="utf-8"?>
<p:tagLst xmlns:p="http://schemas.openxmlformats.org/presentationml/2006/main">
  <p:tag name="KSO_WM_DIAGRAM_VERSION" val="3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3_1"/>
  <p:tag name="KSO_WM_UNIT_ID" val="diagram20231068_4*m_h_f*1_3_1"/>
  <p:tag name="KSO_WM_TEMPLATE_CATEGORY" val="diagram"/>
  <p:tag name="KSO_WM_TEMPLATE_INDEX" val="20231068"/>
  <p:tag name="KSO_WM_UNIT_LAYERLEVEL" val="1_1_1"/>
  <p:tag name="KSO_WM_TAG_VERSION" val="3.0"/>
  <p:tag name="KSO_WM_UNIT_PRESET_TEXT" val="单击添加正文，文字是您思想的提炼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240.89999694824218,&quot;left&quot;:115.79998779296875,&quot;top&quot;:68.70000305175782,&quot;width&quot;:826.5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877_2*n_h_h_i*1_2_3_2"/>
  <p:tag name="KSO_WM_TEMPLATE_CATEGORY" val="diagram"/>
  <p:tag name="KSO_WM_TEMPLATE_INDEX" val="20234877"/>
  <p:tag name="KSO_WM_UNIT_LAYERLEVEL" val="1_1_1_1"/>
  <p:tag name="KSO_WM_TAG_VERSION" val="3.0"/>
  <p:tag name="KSO_WM_BEAUTIFY_FLAG" val="#wm#"/>
  <p:tag name="KSO_WM_UNIT_TYPE" val="n_h_h_i"/>
  <p:tag name="KSO_WM_UNIT_INDEX" val="1_2_3_2"/>
  <p:tag name="KSO_WM_DIAGRAM_VERSION" val="3"/>
  <p:tag name="KSO_WM_DIAGRAM_COLOR_TRICK" val="1"/>
  <p:tag name="KSO_WM_DIAGRAM_COLOR_TEXT_CAN_REMOVE" val="n"/>
  <p:tag name="KSO_WM_DIAGRAM_VIRTUALLY_FRAME" val="{&quot;height&quot;:426.42499389648435,&quot;left&quot;:15.95,&quot;top&quot;:52.825006103515626,&quot;width&quot;:279.77499389648455}"/>
  <p:tag name="KSO_WM_UNIT_FILL_TYPE" val="1"/>
  <p:tag name="KSO_WM_UNIT_FILL_FORE_SCHEMECOLOR_INDEX" val="13"/>
  <p:tag name="KSO_WM_UNIT_FILL_FORE_SCHEMECOLOR_INDEX_BRIGHTNESS" val="1"/>
  <p:tag name="KSO_WM_UNIT_LINE_FORE_SCHEMECOLOR_INDEX" val="-2"/>
  <p:tag name="KSO_WM_DIAGRAM_MAX_ITEMCNT" val="6"/>
  <p:tag name="KSO_WM_DIAGRAM_MIN_ITEMCNT" val="2"/>
  <p:tag name="KSO_WM_DIAGRAM_COLOR_MATCH_VALUE" val="{&quot;shape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8,9,8,9,8,9]}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877_2*n_h_h_i*1_2_3_1"/>
  <p:tag name="KSO_WM_TEMPLATE_CATEGORY" val="diagram"/>
  <p:tag name="KSO_WM_TEMPLATE_INDEX" val="20234877"/>
  <p:tag name="KSO_WM_UNIT_LAYERLEVEL" val="1_1_1_1"/>
  <p:tag name="KSO_WM_TAG_VERSION" val="3.0"/>
  <p:tag name="KSO_WM_BEAUTIFY_FLAG" val="#wm#"/>
  <p:tag name="KSO_WM_UNIT_SUBTYPE" val="d"/>
  <p:tag name="KSO_WM_UNIT_TYPE" val="n_h_h_i"/>
  <p:tag name="KSO_WM_UNIT_INDEX" val="1_2_3_1"/>
  <p:tag name="KSO_WM_DIAGRAM_VERSION" val="3"/>
  <p:tag name="KSO_WM_DIAGRAM_COLOR_TRICK" val="1"/>
  <p:tag name="KSO_WM_DIAGRAM_COLOR_TEXT_CAN_REMOVE" val="n"/>
  <p:tag name="KSO_WM_UNIT_TEXT_FILL_TYPE" val="1"/>
  <p:tag name="KSO_WM_DIAGRAM_VIRTUALLY_FRAME" val="{&quot;height&quot;:426.42499389648435,&quot;left&quot;:15.95,&quot;top&quot;:52.825006103515626,&quot;width&quot;:279.77499389648455}"/>
  <p:tag name="KSO_WM_UNIT_FILL_TYPE" val="1"/>
  <p:tag name="KSO_WM_UNIT_FILL_FORE_SCHEMECOLOR_INDEX" val="5"/>
  <p:tag name="KSO_WM_UNIT_FILL_FORE_SCHEMECOLOR_INDEX_BRIGHTNESS" val="1"/>
  <p:tag name="KSO_WM_UNIT_LINE_FORE_SCHEMECOLOR_INDEX" val="-2"/>
  <p:tag name="KSO_WM_DIAGRAM_MAX_ITEMCNT" val="6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8,9,8,9,8,9]}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877_2*n_h_h_i*1_2_3_3"/>
  <p:tag name="KSO_WM_TEMPLATE_CATEGORY" val="diagram"/>
  <p:tag name="KSO_WM_TEMPLATE_INDEX" val="20234877"/>
  <p:tag name="KSO_WM_UNIT_LAYERLEVEL" val="1_1_1_1"/>
  <p:tag name="KSO_WM_TAG_VERSION" val="3.0"/>
  <p:tag name="KSO_WM_BEAUTIFY_FLAG" val="#wm#"/>
  <p:tag name="KSO_WM_UNIT_TYPE" val="n_h_h_i"/>
  <p:tag name="KSO_WM_UNIT_INDEX" val="1_2_3_3"/>
  <p:tag name="KSO_WM_DIAGRAM_VERSION" val="3"/>
  <p:tag name="KSO_WM_DIAGRAM_COLOR_TRICK" val="1"/>
  <p:tag name="KSO_WM_DIAGRAM_COLOR_TEXT_CAN_REMOVE" val="n"/>
  <p:tag name="KSO_WM_DIAGRAM_VIRTUALLY_FRAME" val="{&quot;height&quot;:426.42499389648435,&quot;left&quot;:15.95,&quot;top&quot;:52.825006103515626,&quot;width&quot;:279.77499389648455}"/>
  <p:tag name="KSO_WM_UNIT_LINE_FORE_SCHEMECOLOR_INDEX" val="13"/>
  <p:tag name="KSO_WM_DIAGRAM_MAX_ITEMCNT" val="6"/>
  <p:tag name="KSO_WM_DIAGRAM_MIN_ITEMCNT" val="2"/>
  <p:tag name="KSO_WM_DIAGRAM_COLOR_MATCH_VALUE" val="{&quot;shape&quot;:{&quot;fill&quot;:{&quot;type&quot;:0},&quot;glow&quot;:{&quot;colorType&quot;:0},&quot;line&quot;:{&quot;solidLine&quot;:{&quot;brightness&quot;:0.25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8,9,8,9,8,9]}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877_2*n_h_h_i*1_2_2_2"/>
  <p:tag name="KSO_WM_TEMPLATE_CATEGORY" val="diagram"/>
  <p:tag name="KSO_WM_TEMPLATE_INDEX" val="20234877"/>
  <p:tag name="KSO_WM_UNIT_LAYERLEVEL" val="1_1_1_1"/>
  <p:tag name="KSO_WM_TAG_VERSION" val="3.0"/>
  <p:tag name="KSO_WM_BEAUTIFY_FLAG" val="#wm#"/>
  <p:tag name="KSO_WM_UNIT_TYPE" val="n_h_h_i"/>
  <p:tag name="KSO_WM_UNIT_INDEX" val="1_2_2_2"/>
  <p:tag name="KSO_WM_DIAGRAM_VERSION" val="3"/>
  <p:tag name="KSO_WM_DIAGRAM_COLOR_TRICK" val="1"/>
  <p:tag name="KSO_WM_DIAGRAM_COLOR_TEXT_CAN_REMOVE" val="n"/>
  <p:tag name="KSO_WM_DIAGRAM_VIRTUALLY_FRAME" val="{&quot;height&quot;:426.42499389648435,&quot;left&quot;:15.95,&quot;top&quot;:52.825006103515626,&quot;width&quot;:279.77499389648455}"/>
  <p:tag name="KSO_WM_UNIT_FILL_TYPE" val="1"/>
  <p:tag name="KSO_WM_UNIT_FILL_FORE_SCHEMECOLOR_INDEX" val="13"/>
  <p:tag name="KSO_WM_UNIT_FILL_FORE_SCHEMECOLOR_INDEX_BRIGHTNESS" val="1"/>
  <p:tag name="KSO_WM_UNIT_LINE_FORE_SCHEMECOLOR_INDEX" val="-2"/>
  <p:tag name="KSO_WM_DIAGRAM_MAX_ITEMCNT" val="6"/>
  <p:tag name="KSO_WM_DIAGRAM_MIN_ITEMCNT" val="2"/>
  <p:tag name="KSO_WM_DIAGRAM_COLOR_MATCH_VALUE" val="{&quot;shape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8,9,8,9,8,9]}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877_2*n_h_h_i*1_2_2_1"/>
  <p:tag name="KSO_WM_TEMPLATE_CATEGORY" val="diagram"/>
  <p:tag name="KSO_WM_TEMPLATE_INDEX" val="20234877"/>
  <p:tag name="KSO_WM_UNIT_LAYERLEVEL" val="1_1_1_1"/>
  <p:tag name="KSO_WM_TAG_VERSION" val="3.0"/>
  <p:tag name="KSO_WM_BEAUTIFY_FLAG" val="#wm#"/>
  <p:tag name="KSO_WM_UNIT_SUBTYPE" val="d"/>
  <p:tag name="KSO_WM_UNIT_TYPE" val="n_h_h_i"/>
  <p:tag name="KSO_WM_UNIT_INDEX" val="1_2_2_1"/>
  <p:tag name="KSO_WM_DIAGRAM_VERSION" val="3"/>
  <p:tag name="KSO_WM_DIAGRAM_COLOR_TRICK" val="1"/>
  <p:tag name="KSO_WM_DIAGRAM_COLOR_TEXT_CAN_REMOVE" val="n"/>
  <p:tag name="KSO_WM_UNIT_TEXT_FILL_TYPE" val="1"/>
  <p:tag name="KSO_WM_DIAGRAM_VIRTUALLY_FRAME" val="{&quot;height&quot;:426.42499389648435,&quot;left&quot;:15.95,&quot;top&quot;:52.825006103515626,&quot;width&quot;:279.77499389648455}"/>
  <p:tag name="KSO_WM_UNIT_FILL_TYPE" val="1"/>
  <p:tag name="KSO_WM_UNIT_FILL_FORE_SCHEMECOLOR_INDEX" val="5"/>
  <p:tag name="KSO_WM_UNIT_FILL_FORE_SCHEMECOLOR_INDEX_BRIGHTNESS" val="1"/>
  <p:tag name="KSO_WM_UNIT_LINE_FORE_SCHEMECOLOR_INDEX" val="-2"/>
  <p:tag name="KSO_WM_DIAGRAM_MAX_ITEMCNT" val="6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8,9,8,9,8,9]}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877_2*n_h_h_i*1_2_2_3"/>
  <p:tag name="KSO_WM_TEMPLATE_CATEGORY" val="diagram"/>
  <p:tag name="KSO_WM_TEMPLATE_INDEX" val="20234877"/>
  <p:tag name="KSO_WM_UNIT_LAYERLEVEL" val="1_1_1_1"/>
  <p:tag name="KSO_WM_TAG_VERSION" val="3.0"/>
  <p:tag name="KSO_WM_BEAUTIFY_FLAG" val="#wm#"/>
  <p:tag name="KSO_WM_UNIT_TYPE" val="n_h_h_i"/>
  <p:tag name="KSO_WM_UNIT_INDEX" val="1_2_2_3"/>
  <p:tag name="KSO_WM_DIAGRAM_VERSION" val="3"/>
  <p:tag name="KSO_WM_DIAGRAM_COLOR_TRICK" val="1"/>
  <p:tag name="KSO_WM_DIAGRAM_COLOR_TEXT_CAN_REMOVE" val="n"/>
  <p:tag name="KSO_WM_DIAGRAM_VIRTUALLY_FRAME" val="{&quot;height&quot;:426.42499389648435,&quot;left&quot;:15.95,&quot;top&quot;:52.825006103515626,&quot;width&quot;:279.77499389648455}"/>
  <p:tag name="KSO_WM_UNIT_LINE_FORE_SCHEMECOLOR_INDEX" val="13"/>
  <p:tag name="KSO_WM_DIAGRAM_MAX_ITEMCNT" val="6"/>
  <p:tag name="KSO_WM_DIAGRAM_MIN_ITEMCNT" val="2"/>
  <p:tag name="KSO_WM_DIAGRAM_COLOR_MATCH_VALUE" val="{&quot;shape&quot;:{&quot;fill&quot;:{&quot;type&quot;:0},&quot;glow&quot;:{&quot;colorType&quot;:0},&quot;line&quot;:{&quot;solidLine&quot;:{&quot;brightness&quot;:0.25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8,9,8,9,8,9]}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877_2*n_h_h_i*1_2_1_2"/>
  <p:tag name="KSO_WM_TEMPLATE_CATEGORY" val="diagram"/>
  <p:tag name="KSO_WM_TEMPLATE_INDEX" val="20234877"/>
  <p:tag name="KSO_WM_UNIT_LAYERLEVEL" val="1_1_1_1"/>
  <p:tag name="KSO_WM_TAG_VERSION" val="3.0"/>
  <p:tag name="KSO_WM_BEAUTIFY_FLAG" val="#wm#"/>
  <p:tag name="KSO_WM_UNIT_TYPE" val="n_h_h_i"/>
  <p:tag name="KSO_WM_UNIT_INDEX" val="1_2_1_2"/>
  <p:tag name="KSO_WM_DIAGRAM_VERSION" val="3"/>
  <p:tag name="KSO_WM_DIAGRAM_COLOR_TRICK" val="1"/>
  <p:tag name="KSO_WM_DIAGRAM_COLOR_TEXT_CAN_REMOVE" val="n"/>
  <p:tag name="KSO_WM_DIAGRAM_VIRTUALLY_FRAME" val="{&quot;height&quot;:426.42499389648435,&quot;left&quot;:15.95,&quot;top&quot;:52.825006103515626,&quot;width&quot;:279.77499389648455}"/>
  <p:tag name="KSO_WM_UNIT_FILL_TYPE" val="1"/>
  <p:tag name="KSO_WM_UNIT_FILL_FORE_SCHEMECOLOR_INDEX" val="13"/>
  <p:tag name="KSO_WM_UNIT_FILL_FORE_SCHEMECOLOR_INDEX_BRIGHTNESS" val="1"/>
  <p:tag name="KSO_WM_UNIT_LINE_FORE_SCHEMECOLOR_INDEX" val="-2"/>
  <p:tag name="KSO_WM_DIAGRAM_MAX_ITEMCNT" val="6"/>
  <p:tag name="KSO_WM_DIAGRAM_MIN_ITEMCNT" val="2"/>
  <p:tag name="KSO_WM_DIAGRAM_COLOR_MATCH_VALUE" val="{&quot;shape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8,9,8,9,8,9]}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877_2*n_h_h_i*1_2_1_1"/>
  <p:tag name="KSO_WM_TEMPLATE_CATEGORY" val="diagram"/>
  <p:tag name="KSO_WM_TEMPLATE_INDEX" val="20234877"/>
  <p:tag name="KSO_WM_UNIT_LAYERLEVEL" val="1_1_1_1"/>
  <p:tag name="KSO_WM_TAG_VERSION" val="3.0"/>
  <p:tag name="KSO_WM_BEAUTIFY_FLAG" val="#wm#"/>
  <p:tag name="KSO_WM_UNIT_SUBTYPE" val="d"/>
  <p:tag name="KSO_WM_UNIT_TYPE" val="n_h_h_i"/>
  <p:tag name="KSO_WM_UNIT_INDEX" val="1_2_1_1"/>
  <p:tag name="KSO_WM_DIAGRAM_VERSION" val="3"/>
  <p:tag name="KSO_WM_DIAGRAM_COLOR_TRICK" val="1"/>
  <p:tag name="KSO_WM_DIAGRAM_COLOR_TEXT_CAN_REMOVE" val="n"/>
  <p:tag name="KSO_WM_UNIT_TEXT_FILL_TYPE" val="1"/>
  <p:tag name="KSO_WM_DIAGRAM_VIRTUALLY_FRAME" val="{&quot;height&quot;:426.42499389648435,&quot;left&quot;:15.95,&quot;top&quot;:52.825006103515626,&quot;width&quot;:279.77499389648455}"/>
  <p:tag name="KSO_WM_UNIT_FILL_TYPE" val="1"/>
  <p:tag name="KSO_WM_UNIT_FILL_FORE_SCHEMECOLOR_INDEX" val="5"/>
  <p:tag name="KSO_WM_UNIT_FILL_FORE_SCHEMECOLOR_INDEX_BRIGHTNESS" val="1"/>
  <p:tag name="KSO_WM_UNIT_LINE_FORE_SCHEMECOLOR_INDEX" val="-2"/>
  <p:tag name="KSO_WM_DIAGRAM_MAX_ITEMCNT" val="6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8,9,8,9,8,9]}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877_2*n_h_h_i*1_2_1_3"/>
  <p:tag name="KSO_WM_TEMPLATE_CATEGORY" val="diagram"/>
  <p:tag name="KSO_WM_TEMPLATE_INDEX" val="20234877"/>
  <p:tag name="KSO_WM_UNIT_LAYERLEVEL" val="1_1_1_1"/>
  <p:tag name="KSO_WM_TAG_VERSION" val="3.0"/>
  <p:tag name="KSO_WM_BEAUTIFY_FLAG" val="#wm#"/>
  <p:tag name="KSO_WM_UNIT_TYPE" val="n_h_h_i"/>
  <p:tag name="KSO_WM_UNIT_INDEX" val="1_2_1_3"/>
  <p:tag name="KSO_WM_DIAGRAM_VERSION" val="3"/>
  <p:tag name="KSO_WM_DIAGRAM_COLOR_TRICK" val="1"/>
  <p:tag name="KSO_WM_DIAGRAM_COLOR_TEXT_CAN_REMOVE" val="n"/>
  <p:tag name="KSO_WM_DIAGRAM_VIRTUALLY_FRAME" val="{&quot;height&quot;:426.42499389648435,&quot;left&quot;:15.95,&quot;top&quot;:52.825006103515626,&quot;width&quot;:279.77499389648455}"/>
  <p:tag name="KSO_WM_UNIT_LINE_FORE_SCHEMECOLOR_INDEX" val="13"/>
  <p:tag name="KSO_WM_DIAGRAM_MAX_ITEMCNT" val="6"/>
  <p:tag name="KSO_WM_DIAGRAM_MIN_ITEMCNT" val="2"/>
  <p:tag name="KSO_WM_DIAGRAM_COLOR_MATCH_VALUE" val="{&quot;shape&quot;:{&quot;fill&quot;:{&quot;type&quot;:0},&quot;glow&quot;:{&quot;colorType&quot;:0},&quot;line&quot;:{&quot;solidLine&quot;:{&quot;brightness&quot;:0.25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8,9,8,9,8,9]}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877_2*n_h_a*1_1_1"/>
  <p:tag name="KSO_WM_TEMPLATE_CATEGORY" val="diagram"/>
  <p:tag name="KSO_WM_TEMPLATE_INDEX" val="20234877"/>
  <p:tag name="KSO_WM_UNIT_LAYERLEVEL" val="1_1_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60"/>
  <p:tag name="KSO_WM_UNIT_TYPE" val="n_h_a"/>
  <p:tag name="KSO_WM_UNIT_INDEX" val="1_1_1"/>
  <p:tag name="KSO_WM_DIAGRAM_VERSION" val="3"/>
  <p:tag name="KSO_WM_DIAGRAM_COLOR_TRICK" val="1"/>
  <p:tag name="KSO_WM_DIAGRAM_COLOR_TEXT_CAN_REMOVE" val="n"/>
  <p:tag name="KSO_WM_UNIT_TEXT_FILL_TYPE" val="1"/>
  <p:tag name="KSO_WM_DIAGRAM_VIRTUALLY_FRAME" val="{&quot;height&quot;:426.42499389648435,&quot;left&quot;:15.95,&quot;top&quot;:52.825006103515626,&quot;width&quot;:279.77499389648455}"/>
  <p:tag name="KSO_WM_UNIT_PRESET_TEXT" val="单击此处&#13;添加标题"/>
  <p:tag name="KSO_WM_UNIT_FILL_TYPE" val="3"/>
  <p:tag name="KSO_WM_UNIT_LINE_FORE_SCHEMECOLOR_INDEX" val="-2"/>
  <p:tag name="KSO_WM_DIAGRAM_MAX_ITEMCNT" val="6"/>
  <p:tag name="KSO_WM_DIAGRAM_MIN_ITEMCNT" val="2"/>
  <p:tag name="KSO_WM_DIAGRAM_COLOR_MATCH_VALUE" val="{&quot;shape&quot;:{&quot;fill&quot;:{&quot;gradient&quot;:[{&quot;brightness&quot;:0,&quot;colorType&quot;:1,&quot;foreColorIndex&quot;:5,&quot;pos&quot;:0.10000000149011612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8,9,8,9,8,9]}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877_2*n_h_i*1_1_4"/>
  <p:tag name="KSO_WM_TEMPLATE_CATEGORY" val="diagram"/>
  <p:tag name="KSO_WM_TEMPLATE_INDEX" val="20234877"/>
  <p:tag name="KSO_WM_UNIT_LAYERLEVEL" val="1_1_1"/>
  <p:tag name="KSO_WM_TAG_VERSION" val="3.0"/>
  <p:tag name="KSO_WM_BEAUTIFY_FLAG" val="#wm#"/>
  <p:tag name="KSO_WM_UNIT_TYPE" val="n_h_i"/>
  <p:tag name="KSO_WM_UNIT_INDEX" val="1_1_4"/>
  <p:tag name="KSO_WM_DIAGRAM_VERSION" val="3"/>
  <p:tag name="KSO_WM_DIAGRAM_COLOR_TRICK" val="1"/>
  <p:tag name="KSO_WM_DIAGRAM_COLOR_TEXT_CAN_REMOVE" val="n"/>
  <p:tag name="KSO_WM_DIAGRAM_VIRTUALLY_FRAME" val="{&quot;height&quot;:426.42499389648435,&quot;left&quot;:15.95,&quot;top&quot;:52.825006103515626,&quot;width&quot;:279.77499389648455}"/>
  <p:tag name="KSO_WM_UNIT_LINE_FORE_SCHEMECOLOR_INDEX" val="13"/>
  <p:tag name="KSO_WM_DIAGRAM_MAX_ITEMCNT" val="6"/>
  <p:tag name="KSO_WM_DIAGRAM_MIN_ITEMCNT" val="2"/>
  <p:tag name="KSO_WM_DIAGRAM_COLOR_MATCH_VALUE" val="{&quot;shape&quot;:{&quot;fill&quot;:{&quot;type&quot;:0},&quot;glow&quot;:{&quot;colorType&quot;:0},&quot;line&quot;:{&quot;solidLine&quot;:{&quot;brightness&quot;:0.25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8,9,8,9,8,9]}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877_2*n_h_h_f*1_2_2_1"/>
  <p:tag name="KSO_WM_TEMPLATE_CATEGORY" val="diagram"/>
  <p:tag name="KSO_WM_TEMPLATE_INDEX" val="20234877"/>
  <p:tag name="KSO_WM_UNIT_LAYERLEVEL" val="1_1_1_1"/>
  <p:tag name="KSO_WM_TAG_VERSION" val="3.0"/>
  <p:tag name="KSO_WM_UNIT_SUBTYPE" val="a"/>
  <p:tag name="KSO_WM_UNIT_NOCLEAR" val="0"/>
  <p:tag name="KSO_WM_UNIT_VALUE" val="52"/>
  <p:tag name="KSO_WM_UNIT_TYPE" val="n_h_h_f"/>
  <p:tag name="KSO_WM_UNIT_INDEX" val="1_2_2_1"/>
  <p:tag name="KSO_WM_DIAGRAM_MAX_ITEMCNT" val="6"/>
  <p:tag name="KSO_WM_DIAGRAM_MIN_ITEMCNT" val="2"/>
  <p:tag name="KSO_WM_DIAGRAM_VIRTUALLY_FRAME" val="{&quot;height&quot;:426.42499389648435,&quot;left&quot;:15.95,&quot;top&quot;:52.825006103515626,&quot;width&quot;:279.7749938964845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文本内容，简明扼要地阐述观点。根据需要可酌情增减文字，以便观者准确地理解您传达的思想。"/>
  <p:tag name="KSO_WM_UNIT_LINE_FORE_SCHEMECOLOR_INDEX" val="-2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8,9,8,9,8,9]}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877_2*n_h_h_f*1_2_2_1"/>
  <p:tag name="KSO_WM_TEMPLATE_CATEGORY" val="diagram"/>
  <p:tag name="KSO_WM_TEMPLATE_INDEX" val="20234877"/>
  <p:tag name="KSO_WM_UNIT_LAYERLEVEL" val="1_1_1_1"/>
  <p:tag name="KSO_WM_TAG_VERSION" val="3.0"/>
  <p:tag name="KSO_WM_UNIT_SUBTYPE" val="a"/>
  <p:tag name="KSO_WM_UNIT_NOCLEAR" val="0"/>
  <p:tag name="KSO_WM_UNIT_VALUE" val="52"/>
  <p:tag name="KSO_WM_UNIT_TYPE" val="n_h_h_f"/>
  <p:tag name="KSO_WM_UNIT_INDEX" val="1_2_2_1"/>
  <p:tag name="KSO_WM_DIAGRAM_MAX_ITEMCNT" val="6"/>
  <p:tag name="KSO_WM_DIAGRAM_MIN_ITEMCNT" val="2"/>
  <p:tag name="KSO_WM_DIAGRAM_VIRTUALLY_FRAME" val="{&quot;height&quot;:426.42499389648435,&quot;left&quot;:15.95,&quot;top&quot;:52.825006103515626,&quot;width&quot;:279.7749938964845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单击此处添加文本内容，简明扼要地阐述观点。根据需要可酌情增减文字，以便观者准确地理解您传达的思想。"/>
  <p:tag name="KSO_WM_UNIT_LINE_FORE_SCHEMECOLOR_INDEX" val="-2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8,9,8,9,8,9]}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877_2*n_h_h_f*1_2_2_1"/>
  <p:tag name="KSO_WM_TEMPLATE_CATEGORY" val="diagram"/>
  <p:tag name="KSO_WM_TEMPLATE_INDEX" val="20234877"/>
  <p:tag name="KSO_WM_UNIT_LAYERLEVEL" val="1_1_1_1"/>
  <p:tag name="KSO_WM_TAG_VERSION" val="3.0"/>
  <p:tag name="KSO_WM_UNIT_SUBTYPE" val="a"/>
  <p:tag name="KSO_WM_UNIT_NOCLEAR" val="0"/>
  <p:tag name="KSO_WM_UNIT_VALUE" val="52"/>
  <p:tag name="KSO_WM_UNIT_TYPE" val="n_h_h_f"/>
  <p:tag name="KSO_WM_UNIT_INDEX" val="1_2_2_1"/>
  <p:tag name="KSO_WM_DIAGRAM_MAX_ITEMCNT" val="6"/>
  <p:tag name="KSO_WM_DIAGRAM_MIN_ITEMCNT" val="2"/>
  <p:tag name="KSO_WM_DIAGRAM_VIRTUALLY_FRAME" val="{&quot;height&quot;:426.42499389648435,&quot;left&quot;:15.95,&quot;top&quot;:52.825006103515626,&quot;width&quot;:279.7749938964845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单击此处添加文本内容，简明扼要地阐述观点。根据需要可酌情增减文字，以便观者准确地理解您传达的思想。"/>
  <p:tag name="KSO_WM_UNIT_LINE_FORE_SCHEMECOLOR_INDEX" val="-2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8,9,8,9,8,9]}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877_2*n_h_h_f*1_2_2_1"/>
  <p:tag name="KSO_WM_TEMPLATE_CATEGORY" val="diagram"/>
  <p:tag name="KSO_WM_TEMPLATE_INDEX" val="20234877"/>
  <p:tag name="KSO_WM_UNIT_LAYERLEVEL" val="1_1_1_1"/>
  <p:tag name="KSO_WM_TAG_VERSION" val="3.0"/>
  <p:tag name="KSO_WM_UNIT_SUBTYPE" val="a"/>
  <p:tag name="KSO_WM_UNIT_NOCLEAR" val="0"/>
  <p:tag name="KSO_WM_UNIT_VALUE" val="52"/>
  <p:tag name="KSO_WM_UNIT_TYPE" val="n_h_h_f"/>
  <p:tag name="KSO_WM_UNIT_INDEX" val="1_2_2_1"/>
  <p:tag name="KSO_WM_DIAGRAM_MAX_ITEMCNT" val="6"/>
  <p:tag name="KSO_WM_DIAGRAM_MIN_ITEMCNT" val="2"/>
  <p:tag name="KSO_WM_DIAGRAM_VIRTUALLY_FRAME" val="{&quot;height&quot;:426.42499389648435,&quot;left&quot;:15.95,&quot;top&quot;:52.825006103515626,&quot;width&quot;:279.7749938964845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单击此处添加文本内容，简明扼要地阐述观点。根据需要可酌情增减文字，以便观者准确地理解您传达的思想。"/>
  <p:tag name="KSO_WM_UNIT_LINE_FORE_SCHEMECOLOR_INDEX" val="-2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8,9,8,9,8,9]}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877_2*n_h_h_f*1_2_2_1"/>
  <p:tag name="KSO_WM_TEMPLATE_CATEGORY" val="diagram"/>
  <p:tag name="KSO_WM_TEMPLATE_INDEX" val="20234877"/>
  <p:tag name="KSO_WM_UNIT_LAYERLEVEL" val="1_1_1_1"/>
  <p:tag name="KSO_WM_TAG_VERSION" val="3.0"/>
  <p:tag name="KSO_WM_UNIT_SUBTYPE" val="a"/>
  <p:tag name="KSO_WM_UNIT_NOCLEAR" val="0"/>
  <p:tag name="KSO_WM_UNIT_VALUE" val="52"/>
  <p:tag name="KSO_WM_UNIT_TYPE" val="n_h_h_f"/>
  <p:tag name="KSO_WM_UNIT_INDEX" val="1_2_2_1"/>
  <p:tag name="KSO_WM_DIAGRAM_MAX_ITEMCNT" val="6"/>
  <p:tag name="KSO_WM_DIAGRAM_MIN_ITEMCNT" val="2"/>
  <p:tag name="KSO_WM_DIAGRAM_VIRTUALLY_FRAME" val="{&quot;height&quot;:426.42499389648435,&quot;left&quot;:15.95,&quot;top&quot;:52.825006103515626,&quot;width&quot;:279.7749938964845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单击此处添加文本内容，简明扼要地阐述观点。根据需要可酌情增减文字，以便观者准确地理解您传达的思想。"/>
  <p:tag name="KSO_WM_UNIT_LINE_FORE_SCHEMECOLOR_INDEX" val="-2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8,9,8,9,8,9]}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877_2*n_h_h_f*1_2_2_1"/>
  <p:tag name="KSO_WM_TEMPLATE_CATEGORY" val="diagram"/>
  <p:tag name="KSO_WM_TEMPLATE_INDEX" val="20234877"/>
  <p:tag name="KSO_WM_UNIT_LAYERLEVEL" val="1_1_1_1"/>
  <p:tag name="KSO_WM_TAG_VERSION" val="3.0"/>
  <p:tag name="KSO_WM_UNIT_SUBTYPE" val="a"/>
  <p:tag name="KSO_WM_UNIT_NOCLEAR" val="0"/>
  <p:tag name="KSO_WM_UNIT_VALUE" val="52"/>
  <p:tag name="KSO_WM_UNIT_TYPE" val="n_h_h_f"/>
  <p:tag name="KSO_WM_UNIT_INDEX" val="1_2_2_1"/>
  <p:tag name="KSO_WM_DIAGRAM_MAX_ITEMCNT" val="6"/>
  <p:tag name="KSO_WM_DIAGRAM_MIN_ITEMCNT" val="2"/>
  <p:tag name="KSO_WM_DIAGRAM_VIRTUALLY_FRAME" val="{&quot;height&quot;:426.42499389648435,&quot;left&quot;:15.95,&quot;top&quot;:52.825006103515626,&quot;width&quot;:279.7749938964845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单击此处添加文本内容，简明扼要地阐述观点。根据需要可酌情增减文字，以便观者准确地理解您传达的思想。"/>
  <p:tag name="KSO_WM_UNIT_LINE_FORE_SCHEMECOLOR_INDEX" val="-2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8,9,8,9,8,9]}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877_2*n_h_h_i*1_2_3_2"/>
  <p:tag name="KSO_WM_TEMPLATE_CATEGORY" val="diagram"/>
  <p:tag name="KSO_WM_TEMPLATE_INDEX" val="20234877"/>
  <p:tag name="KSO_WM_UNIT_LAYERLEVEL" val="1_1_1_1"/>
  <p:tag name="KSO_WM_TAG_VERSION" val="3.0"/>
  <p:tag name="KSO_WM_UNIT_TYPE" val="n_h_h_i"/>
  <p:tag name="KSO_WM_UNIT_INDEX" val="1_2_3_2"/>
  <p:tag name="KSO_WM_DIAGRAM_VERSION" val="3"/>
  <p:tag name="KSO_WM_DIAGRAM_COLOR_TRICK" val="1"/>
  <p:tag name="KSO_WM_DIAGRAM_COLOR_TEXT_CAN_REMOVE" val="n"/>
  <p:tag name="KSO_WM_DIAGRAM_VIRTUALLY_FRAME" val="{&quot;height&quot;:426.42499389648435,&quot;left&quot;:15.95,&quot;top&quot;:52.825006103515626,&quot;width&quot;:279.77499389648455}"/>
  <p:tag name="KSO_WM_UNIT_FILL_TYPE" val="1"/>
  <p:tag name="KSO_WM_UNIT_FILL_FORE_SCHEMECOLOR_INDEX" val="13"/>
  <p:tag name="KSO_WM_UNIT_FILL_FORE_SCHEMECOLOR_INDEX_BRIGHTNESS" val="1"/>
  <p:tag name="KSO_WM_UNIT_LINE_FORE_SCHEMECOLOR_INDEX" val="-2"/>
  <p:tag name="KSO_WM_DIAGRAM_MAX_ITEMCNT" val="6"/>
  <p:tag name="KSO_WM_DIAGRAM_MIN_ITEMCNT" val="2"/>
  <p:tag name="KSO_WM_DIAGRAM_COLOR_MATCH_VALUE" val="{&quot;shape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8,9,8,9,8,9]}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877_2*n_h_h_i*1_2_2_2"/>
  <p:tag name="KSO_WM_TEMPLATE_CATEGORY" val="diagram"/>
  <p:tag name="KSO_WM_TEMPLATE_INDEX" val="20234877"/>
  <p:tag name="KSO_WM_UNIT_LAYERLEVEL" val="1_1_1_1"/>
  <p:tag name="KSO_WM_TAG_VERSION" val="3.0"/>
  <p:tag name="KSO_WM_UNIT_TYPE" val="n_h_h_i"/>
  <p:tag name="KSO_WM_UNIT_INDEX" val="1_2_2_2"/>
  <p:tag name="KSO_WM_DIAGRAM_VERSION" val="3"/>
  <p:tag name="KSO_WM_DIAGRAM_COLOR_TRICK" val="1"/>
  <p:tag name="KSO_WM_DIAGRAM_COLOR_TEXT_CAN_REMOVE" val="n"/>
  <p:tag name="KSO_WM_DIAGRAM_VIRTUALLY_FRAME" val="{&quot;height&quot;:426.42499389648435,&quot;left&quot;:15.95,&quot;top&quot;:52.825006103515626,&quot;width&quot;:279.77499389648455}"/>
  <p:tag name="KSO_WM_UNIT_FILL_TYPE" val="1"/>
  <p:tag name="KSO_WM_UNIT_FILL_FORE_SCHEMECOLOR_INDEX" val="13"/>
  <p:tag name="KSO_WM_UNIT_FILL_FORE_SCHEMECOLOR_INDEX_BRIGHTNESS" val="1"/>
  <p:tag name="KSO_WM_UNIT_LINE_FORE_SCHEMECOLOR_INDEX" val="-2"/>
  <p:tag name="KSO_WM_DIAGRAM_MAX_ITEMCNT" val="6"/>
  <p:tag name="KSO_WM_DIAGRAM_MIN_ITEMCNT" val="2"/>
  <p:tag name="KSO_WM_DIAGRAM_COLOR_MATCH_VALUE" val="{&quot;shape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8,9,8,9,8,9]}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877_2*n_h_h_i*1_2_1_2"/>
  <p:tag name="KSO_WM_TEMPLATE_CATEGORY" val="diagram"/>
  <p:tag name="KSO_WM_TEMPLATE_INDEX" val="20234877"/>
  <p:tag name="KSO_WM_UNIT_LAYERLEVEL" val="1_1_1_1"/>
  <p:tag name="KSO_WM_TAG_VERSION" val="3.0"/>
  <p:tag name="KSO_WM_UNIT_TYPE" val="n_h_h_i"/>
  <p:tag name="KSO_WM_UNIT_INDEX" val="1_2_1_2"/>
  <p:tag name="KSO_WM_DIAGRAM_VERSION" val="3"/>
  <p:tag name="KSO_WM_DIAGRAM_COLOR_TRICK" val="1"/>
  <p:tag name="KSO_WM_DIAGRAM_COLOR_TEXT_CAN_REMOVE" val="n"/>
  <p:tag name="KSO_WM_DIAGRAM_VIRTUALLY_FRAME" val="{&quot;height&quot;:426.42499389648435,&quot;left&quot;:15.95,&quot;top&quot;:52.825006103515626,&quot;width&quot;:279.77499389648455}"/>
  <p:tag name="KSO_WM_UNIT_FILL_TYPE" val="1"/>
  <p:tag name="KSO_WM_UNIT_FILL_FORE_SCHEMECOLOR_INDEX" val="13"/>
  <p:tag name="KSO_WM_UNIT_FILL_FORE_SCHEMECOLOR_INDEX_BRIGHTNESS" val="1"/>
  <p:tag name="KSO_WM_UNIT_LINE_FORE_SCHEMECOLOR_INDEX" val="-2"/>
  <p:tag name="KSO_WM_DIAGRAM_MAX_ITEMCNT" val="6"/>
  <p:tag name="KSO_WM_DIAGRAM_MIN_ITEMCNT" val="2"/>
  <p:tag name="KSO_WM_DIAGRAM_COLOR_MATCH_VALUE" val="{&quot;shape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8,9,8,9,8,9]}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877_2*n_h_a*1_1_1"/>
  <p:tag name="KSO_WM_TEMPLATE_CATEGORY" val="diagram"/>
  <p:tag name="KSO_WM_TEMPLATE_INDEX" val="20234877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VALUE" val="60"/>
  <p:tag name="KSO_WM_UNIT_TYPE" val="n_h_a"/>
  <p:tag name="KSO_WM_UNIT_INDEX" val="1_1_1"/>
  <p:tag name="KSO_WM_DIAGRAM_VERSION" val="3"/>
  <p:tag name="KSO_WM_DIAGRAM_COLOR_TRICK" val="1"/>
  <p:tag name="KSO_WM_DIAGRAM_COLOR_TEXT_CAN_REMOVE" val="n"/>
  <p:tag name="KSO_WM_UNIT_TEXT_FILL_TYPE" val="1"/>
  <p:tag name="KSO_WM_DIAGRAM_VIRTUALLY_FRAME" val="{&quot;height&quot;:426.42499389648435,&quot;left&quot;:15.95,&quot;top&quot;:52.825006103515626,&quot;width&quot;:279.77499389648455}"/>
  <p:tag name="KSO_WM_UNIT_PRESET_TEXT" val="单击此处&#13;添加标题"/>
  <p:tag name="KSO_WM_UNIT_FILL_TYPE" val="3"/>
  <p:tag name="KSO_WM_UNIT_LINE_FORE_SCHEMECOLOR_INDEX" val="-2"/>
  <p:tag name="KSO_WM_DIAGRAM_MAX_ITEMCNT" val="6"/>
  <p:tag name="KSO_WM_DIAGRAM_MIN_ITEMCNT" val="2"/>
  <p:tag name="KSO_WM_DIAGRAM_COLOR_MATCH_VALUE" val="{&quot;shape&quot;:{&quot;fill&quot;:{&quot;gradient&quot;:[{&quot;brightness&quot;:0,&quot;colorType&quot;:1,&quot;foreColorIndex&quot;:5,&quot;pos&quot;:0.10000000149011612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8,9,8,9,8,9]}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877_2*n_h_i*1_1_4"/>
  <p:tag name="KSO_WM_TEMPLATE_CATEGORY" val="diagram"/>
  <p:tag name="KSO_WM_TEMPLATE_INDEX" val="20234877"/>
  <p:tag name="KSO_WM_UNIT_LAYERLEVEL" val="1_1_1"/>
  <p:tag name="KSO_WM_TAG_VERSION" val="3.0"/>
  <p:tag name="KSO_WM_UNIT_TYPE" val="n_h_i"/>
  <p:tag name="KSO_WM_UNIT_INDEX" val="1_1_4"/>
  <p:tag name="KSO_WM_DIAGRAM_VERSION" val="3"/>
  <p:tag name="KSO_WM_DIAGRAM_COLOR_TRICK" val="1"/>
  <p:tag name="KSO_WM_DIAGRAM_COLOR_TEXT_CAN_REMOVE" val="n"/>
  <p:tag name="KSO_WM_DIAGRAM_VIRTUALLY_FRAME" val="{&quot;height&quot;:426.42499389648435,&quot;left&quot;:15.95,&quot;top&quot;:52.825006103515626,&quot;width&quot;:279.77499389648455}"/>
  <p:tag name="KSO_WM_UNIT_LINE_FORE_SCHEMECOLOR_INDEX" val="13"/>
  <p:tag name="KSO_WM_DIAGRAM_MAX_ITEMCNT" val="6"/>
  <p:tag name="KSO_WM_DIAGRAM_MIN_ITEMCNT" val="2"/>
  <p:tag name="KSO_WM_DIAGRAM_COLOR_MATCH_VALUE" val="{&quot;shape&quot;:{&quot;fill&quot;:{&quot;type&quot;:0},&quot;glow&quot;:{&quot;colorType&quot;:0},&quot;line&quot;:{&quot;solidLine&quot;:{&quot;brightness&quot;:0.25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8,9,8,9,8,9]}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877_2*n_h_h_i*1_2_3_2"/>
  <p:tag name="KSO_WM_TEMPLATE_CATEGORY" val="diagram"/>
  <p:tag name="KSO_WM_TEMPLATE_INDEX" val="20234877"/>
  <p:tag name="KSO_WM_UNIT_LAYERLEVEL" val="1_1_1_1"/>
  <p:tag name="KSO_WM_TAG_VERSION" val="3.0"/>
  <p:tag name="KSO_WM_UNIT_TYPE" val="n_h_h_i"/>
  <p:tag name="KSO_WM_UNIT_INDEX" val="1_2_3_2"/>
  <p:tag name="KSO_WM_DIAGRAM_VERSION" val="3"/>
  <p:tag name="KSO_WM_DIAGRAM_COLOR_TRICK" val="1"/>
  <p:tag name="KSO_WM_DIAGRAM_COLOR_TEXT_CAN_REMOVE" val="n"/>
  <p:tag name="KSO_WM_DIAGRAM_VIRTUALLY_FRAME" val="{&quot;height&quot;:426.42499389648435,&quot;left&quot;:15.95,&quot;top&quot;:52.825006103515626,&quot;width&quot;:279.77499389648455}"/>
  <p:tag name="KSO_WM_UNIT_FILL_TYPE" val="1"/>
  <p:tag name="KSO_WM_UNIT_FILL_FORE_SCHEMECOLOR_INDEX" val="13"/>
  <p:tag name="KSO_WM_UNIT_FILL_FORE_SCHEMECOLOR_INDEX_BRIGHTNESS" val="1"/>
  <p:tag name="KSO_WM_UNIT_LINE_FORE_SCHEMECOLOR_INDEX" val="-2"/>
  <p:tag name="KSO_WM_DIAGRAM_MAX_ITEMCNT" val="6"/>
  <p:tag name="KSO_WM_DIAGRAM_MIN_ITEMCNT" val="2"/>
  <p:tag name="KSO_WM_DIAGRAM_COLOR_MATCH_VALUE" val="{&quot;shape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8,9,8,9,8,9]}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877_2*n_h_h_i*1_2_2_2"/>
  <p:tag name="KSO_WM_TEMPLATE_CATEGORY" val="diagram"/>
  <p:tag name="KSO_WM_TEMPLATE_INDEX" val="20234877"/>
  <p:tag name="KSO_WM_UNIT_LAYERLEVEL" val="1_1_1_1"/>
  <p:tag name="KSO_WM_TAG_VERSION" val="3.0"/>
  <p:tag name="KSO_WM_UNIT_TYPE" val="n_h_h_i"/>
  <p:tag name="KSO_WM_UNIT_INDEX" val="1_2_2_2"/>
  <p:tag name="KSO_WM_DIAGRAM_VERSION" val="3"/>
  <p:tag name="KSO_WM_DIAGRAM_COLOR_TRICK" val="1"/>
  <p:tag name="KSO_WM_DIAGRAM_COLOR_TEXT_CAN_REMOVE" val="n"/>
  <p:tag name="KSO_WM_DIAGRAM_VIRTUALLY_FRAME" val="{&quot;height&quot;:426.42499389648435,&quot;left&quot;:15.95,&quot;top&quot;:52.825006103515626,&quot;width&quot;:279.77499389648455}"/>
  <p:tag name="KSO_WM_UNIT_FILL_TYPE" val="1"/>
  <p:tag name="KSO_WM_UNIT_FILL_FORE_SCHEMECOLOR_INDEX" val="13"/>
  <p:tag name="KSO_WM_UNIT_FILL_FORE_SCHEMECOLOR_INDEX_BRIGHTNESS" val="1"/>
  <p:tag name="KSO_WM_UNIT_LINE_FORE_SCHEMECOLOR_INDEX" val="-2"/>
  <p:tag name="KSO_WM_DIAGRAM_MAX_ITEMCNT" val="6"/>
  <p:tag name="KSO_WM_DIAGRAM_MIN_ITEMCNT" val="2"/>
  <p:tag name="KSO_WM_DIAGRAM_COLOR_MATCH_VALUE" val="{&quot;shape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8,9,8,9,8,9]}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877_2*n_h_h_i*1_2_1_2"/>
  <p:tag name="KSO_WM_TEMPLATE_CATEGORY" val="diagram"/>
  <p:tag name="KSO_WM_TEMPLATE_INDEX" val="20234877"/>
  <p:tag name="KSO_WM_UNIT_LAYERLEVEL" val="1_1_1_1"/>
  <p:tag name="KSO_WM_TAG_VERSION" val="3.0"/>
  <p:tag name="KSO_WM_UNIT_TYPE" val="n_h_h_i"/>
  <p:tag name="KSO_WM_UNIT_INDEX" val="1_2_1_2"/>
  <p:tag name="KSO_WM_DIAGRAM_VERSION" val="3"/>
  <p:tag name="KSO_WM_DIAGRAM_COLOR_TRICK" val="1"/>
  <p:tag name="KSO_WM_DIAGRAM_COLOR_TEXT_CAN_REMOVE" val="n"/>
  <p:tag name="KSO_WM_DIAGRAM_VIRTUALLY_FRAME" val="{&quot;height&quot;:426.42499389648435,&quot;left&quot;:15.95,&quot;top&quot;:52.825006103515626,&quot;width&quot;:279.77499389648455}"/>
  <p:tag name="KSO_WM_UNIT_FILL_TYPE" val="1"/>
  <p:tag name="KSO_WM_UNIT_FILL_FORE_SCHEMECOLOR_INDEX" val="13"/>
  <p:tag name="KSO_WM_UNIT_FILL_FORE_SCHEMECOLOR_INDEX_BRIGHTNESS" val="1"/>
  <p:tag name="KSO_WM_UNIT_LINE_FORE_SCHEMECOLOR_INDEX" val="-2"/>
  <p:tag name="KSO_WM_DIAGRAM_MAX_ITEMCNT" val="6"/>
  <p:tag name="KSO_WM_DIAGRAM_MIN_ITEMCNT" val="2"/>
  <p:tag name="KSO_WM_DIAGRAM_COLOR_MATCH_VALUE" val="{&quot;shape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8,9,8,9,8,9]}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877_2*n_h_a*1_1_1"/>
  <p:tag name="KSO_WM_TEMPLATE_CATEGORY" val="diagram"/>
  <p:tag name="KSO_WM_TEMPLATE_INDEX" val="20234877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VALUE" val="60"/>
  <p:tag name="KSO_WM_UNIT_TYPE" val="n_h_a"/>
  <p:tag name="KSO_WM_UNIT_INDEX" val="1_1_1"/>
  <p:tag name="KSO_WM_DIAGRAM_VERSION" val="3"/>
  <p:tag name="KSO_WM_DIAGRAM_COLOR_TRICK" val="1"/>
  <p:tag name="KSO_WM_DIAGRAM_COLOR_TEXT_CAN_REMOVE" val="n"/>
  <p:tag name="KSO_WM_UNIT_TEXT_FILL_TYPE" val="1"/>
  <p:tag name="KSO_WM_DIAGRAM_VIRTUALLY_FRAME" val="{&quot;height&quot;:426.42499389648435,&quot;left&quot;:15.95,&quot;top&quot;:52.825006103515626,&quot;width&quot;:279.77499389648455}"/>
  <p:tag name="KSO_WM_UNIT_PRESET_TEXT" val="单击此处&#13;添加标题"/>
  <p:tag name="KSO_WM_UNIT_FILL_TYPE" val="3"/>
  <p:tag name="KSO_WM_UNIT_LINE_FORE_SCHEMECOLOR_INDEX" val="-2"/>
  <p:tag name="KSO_WM_DIAGRAM_MAX_ITEMCNT" val="6"/>
  <p:tag name="KSO_WM_DIAGRAM_MIN_ITEMCNT" val="2"/>
  <p:tag name="KSO_WM_DIAGRAM_COLOR_MATCH_VALUE" val="{&quot;shape&quot;:{&quot;fill&quot;:{&quot;gradient&quot;:[{&quot;brightness&quot;:0,&quot;colorType&quot;:1,&quot;foreColorIndex&quot;:5,&quot;pos&quot;:0.10000000149011612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8,9,8,9,8,9]}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877_2*n_h_i*1_1_4"/>
  <p:tag name="KSO_WM_TEMPLATE_CATEGORY" val="diagram"/>
  <p:tag name="KSO_WM_TEMPLATE_INDEX" val="20234877"/>
  <p:tag name="KSO_WM_UNIT_LAYERLEVEL" val="1_1_1"/>
  <p:tag name="KSO_WM_TAG_VERSION" val="3.0"/>
  <p:tag name="KSO_WM_UNIT_TYPE" val="n_h_i"/>
  <p:tag name="KSO_WM_UNIT_INDEX" val="1_1_4"/>
  <p:tag name="KSO_WM_DIAGRAM_VERSION" val="3"/>
  <p:tag name="KSO_WM_DIAGRAM_COLOR_TRICK" val="1"/>
  <p:tag name="KSO_WM_DIAGRAM_COLOR_TEXT_CAN_REMOVE" val="n"/>
  <p:tag name="KSO_WM_DIAGRAM_VIRTUALLY_FRAME" val="{&quot;height&quot;:426.42499389648435,&quot;left&quot;:15.95,&quot;top&quot;:52.825006103515626,&quot;width&quot;:279.77499389648455}"/>
  <p:tag name="KSO_WM_UNIT_LINE_FORE_SCHEMECOLOR_INDEX" val="13"/>
  <p:tag name="KSO_WM_DIAGRAM_MAX_ITEMCNT" val="6"/>
  <p:tag name="KSO_WM_DIAGRAM_MIN_ITEMCNT" val="2"/>
  <p:tag name="KSO_WM_DIAGRAM_COLOR_MATCH_VALUE" val="{&quot;shape&quot;:{&quot;fill&quot;:{&quot;type&quot;:0},&quot;glow&quot;:{&quot;colorType&quot;:0},&quot;line&quot;:{&quot;solidLine&quot;:{&quot;brightness&quot;:0.25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8,9,8,9,8,9]}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877_2*n_h_h_i*1_2_1_3"/>
  <p:tag name="KSO_WM_TEMPLATE_CATEGORY" val="diagram"/>
  <p:tag name="KSO_WM_TEMPLATE_INDEX" val="20234877"/>
  <p:tag name="KSO_WM_UNIT_LAYERLEVEL" val="1_1_1_1"/>
  <p:tag name="KSO_WM_TAG_VERSION" val="3.0"/>
  <p:tag name="KSO_WM_UNIT_TYPE" val="n_h_h_i"/>
  <p:tag name="KSO_WM_UNIT_INDEX" val="1_2_1_3"/>
  <p:tag name="KSO_WM_DIAGRAM_VERSION" val="3"/>
  <p:tag name="KSO_WM_DIAGRAM_COLOR_TRICK" val="1"/>
  <p:tag name="KSO_WM_DIAGRAM_COLOR_TEXT_CAN_REMOVE" val="n"/>
  <p:tag name="KSO_WM_DIAGRAM_VIRTUALLY_FRAME" val="{&quot;height&quot;:426.42499389648435,&quot;left&quot;:15.95,&quot;top&quot;:52.825006103515626,&quot;width&quot;:279.77499389648455}"/>
  <p:tag name="KSO_WM_UNIT_LINE_FORE_SCHEMECOLOR_INDEX" val="13"/>
  <p:tag name="KSO_WM_DIAGRAM_MAX_ITEMCNT" val="6"/>
  <p:tag name="KSO_WM_DIAGRAM_MIN_ITEMCNT" val="2"/>
  <p:tag name="KSO_WM_DIAGRAM_COLOR_MATCH_VALUE" val="{&quot;shape&quot;:{&quot;fill&quot;:{&quot;type&quot;:0},&quot;glow&quot;:{&quot;colorType&quot;:0},&quot;line&quot;:{&quot;solidLine&quot;:{&quot;brightness&quot;:0.25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8,9,8,9,8,9]}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877_2*n_h_h_i*1_2_1_1"/>
  <p:tag name="KSO_WM_TEMPLATE_CATEGORY" val="diagram"/>
  <p:tag name="KSO_WM_TEMPLATE_INDEX" val="20234877"/>
  <p:tag name="KSO_WM_UNIT_LAYERLEVEL" val="1_1_1_1"/>
  <p:tag name="KSO_WM_TAG_VERSION" val="3.0"/>
  <p:tag name="KSO_WM_UNIT_SUBTYPE" val="d"/>
  <p:tag name="KSO_WM_UNIT_TYPE" val="n_h_h_i"/>
  <p:tag name="KSO_WM_UNIT_INDEX" val="1_2_1_1"/>
  <p:tag name="KSO_WM_DIAGRAM_VERSION" val="3"/>
  <p:tag name="KSO_WM_DIAGRAM_COLOR_TRICK" val="1"/>
  <p:tag name="KSO_WM_DIAGRAM_COLOR_TEXT_CAN_REMOVE" val="n"/>
  <p:tag name="KSO_WM_UNIT_TEXT_FILL_TYPE" val="1"/>
  <p:tag name="KSO_WM_DIAGRAM_VIRTUALLY_FRAME" val="{&quot;height&quot;:426.42499389648435,&quot;left&quot;:15.95,&quot;top&quot;:52.825006103515626,&quot;width&quot;:279.77499389648455}"/>
  <p:tag name="KSO_WM_UNIT_FILL_TYPE" val="1"/>
  <p:tag name="KSO_WM_UNIT_FILL_FORE_SCHEMECOLOR_INDEX" val="5"/>
  <p:tag name="KSO_WM_UNIT_FILL_FORE_SCHEMECOLOR_INDEX_BRIGHTNESS" val="1"/>
  <p:tag name="KSO_WM_UNIT_LINE_FORE_SCHEMECOLOR_INDEX" val="-2"/>
  <p:tag name="KSO_WM_DIAGRAM_MAX_ITEMCNT" val="6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8,9,8,9,8,9]}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877_2*n_h_h_i*1_2_2_1"/>
  <p:tag name="KSO_WM_TEMPLATE_CATEGORY" val="diagram"/>
  <p:tag name="KSO_WM_TEMPLATE_INDEX" val="20234877"/>
  <p:tag name="KSO_WM_UNIT_LAYERLEVEL" val="1_1_1_1"/>
  <p:tag name="KSO_WM_TAG_VERSION" val="3.0"/>
  <p:tag name="KSO_WM_UNIT_SUBTYPE" val="d"/>
  <p:tag name="KSO_WM_UNIT_TYPE" val="n_h_h_i"/>
  <p:tag name="KSO_WM_UNIT_INDEX" val="1_2_2_1"/>
  <p:tag name="KSO_WM_DIAGRAM_VERSION" val="3"/>
  <p:tag name="KSO_WM_DIAGRAM_COLOR_TRICK" val="1"/>
  <p:tag name="KSO_WM_DIAGRAM_COLOR_TEXT_CAN_REMOVE" val="n"/>
  <p:tag name="KSO_WM_UNIT_TEXT_FILL_TYPE" val="1"/>
  <p:tag name="KSO_WM_DIAGRAM_VIRTUALLY_FRAME" val="{&quot;height&quot;:426.42499389648435,&quot;left&quot;:15.95,&quot;top&quot;:52.825006103515626,&quot;width&quot;:279.77499389648455}"/>
  <p:tag name="KSO_WM_UNIT_FILL_TYPE" val="1"/>
  <p:tag name="KSO_WM_UNIT_FILL_FORE_SCHEMECOLOR_INDEX" val="5"/>
  <p:tag name="KSO_WM_UNIT_FILL_FORE_SCHEMECOLOR_INDEX_BRIGHTNESS" val="1"/>
  <p:tag name="KSO_WM_UNIT_LINE_FORE_SCHEMECOLOR_INDEX" val="-2"/>
  <p:tag name="KSO_WM_DIAGRAM_MAX_ITEMCNT" val="6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8,9,8,9,8,9]}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877_2*n_h_h_i*1_2_2_3"/>
  <p:tag name="KSO_WM_TEMPLATE_CATEGORY" val="diagram"/>
  <p:tag name="KSO_WM_TEMPLATE_INDEX" val="20234877"/>
  <p:tag name="KSO_WM_UNIT_LAYERLEVEL" val="1_1_1_1"/>
  <p:tag name="KSO_WM_TAG_VERSION" val="3.0"/>
  <p:tag name="KSO_WM_UNIT_TYPE" val="n_h_h_i"/>
  <p:tag name="KSO_WM_UNIT_INDEX" val="1_2_2_3"/>
  <p:tag name="KSO_WM_DIAGRAM_VERSION" val="3"/>
  <p:tag name="KSO_WM_DIAGRAM_COLOR_TRICK" val="1"/>
  <p:tag name="KSO_WM_DIAGRAM_COLOR_TEXT_CAN_REMOVE" val="n"/>
  <p:tag name="KSO_WM_DIAGRAM_VIRTUALLY_FRAME" val="{&quot;height&quot;:426.42499389648435,&quot;left&quot;:15.95,&quot;top&quot;:52.825006103515626,&quot;width&quot;:279.77499389648455}"/>
  <p:tag name="KSO_WM_UNIT_LINE_FORE_SCHEMECOLOR_INDEX" val="13"/>
  <p:tag name="KSO_WM_DIAGRAM_MAX_ITEMCNT" val="6"/>
  <p:tag name="KSO_WM_DIAGRAM_MIN_ITEMCNT" val="2"/>
  <p:tag name="KSO_WM_DIAGRAM_COLOR_MATCH_VALUE" val="{&quot;shape&quot;:{&quot;fill&quot;:{&quot;type&quot;:0},&quot;glow&quot;:{&quot;colorType&quot;:0},&quot;line&quot;:{&quot;solidLine&quot;:{&quot;brightness&quot;:0.25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8,9,8,9,8,9]}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877_2*n_h_h_i*1_2_1_3"/>
  <p:tag name="KSO_WM_TEMPLATE_CATEGORY" val="diagram"/>
  <p:tag name="KSO_WM_TEMPLATE_INDEX" val="20234877"/>
  <p:tag name="KSO_WM_UNIT_LAYERLEVEL" val="1_1_1_1"/>
  <p:tag name="KSO_WM_TAG_VERSION" val="3.0"/>
  <p:tag name="KSO_WM_UNIT_TYPE" val="n_h_h_i"/>
  <p:tag name="KSO_WM_UNIT_INDEX" val="1_2_1_3"/>
  <p:tag name="KSO_WM_DIAGRAM_VERSION" val="3"/>
  <p:tag name="KSO_WM_DIAGRAM_COLOR_TRICK" val="1"/>
  <p:tag name="KSO_WM_DIAGRAM_COLOR_TEXT_CAN_REMOVE" val="n"/>
  <p:tag name="KSO_WM_DIAGRAM_VIRTUALLY_FRAME" val="{&quot;height&quot;:426.42499389648435,&quot;left&quot;:15.95,&quot;top&quot;:52.825006103515626,&quot;width&quot;:279.77499389648455}"/>
  <p:tag name="KSO_WM_UNIT_LINE_FORE_SCHEMECOLOR_INDEX" val="13"/>
  <p:tag name="KSO_WM_DIAGRAM_MAX_ITEMCNT" val="6"/>
  <p:tag name="KSO_WM_DIAGRAM_MIN_ITEMCNT" val="2"/>
  <p:tag name="KSO_WM_DIAGRAM_COLOR_MATCH_VALUE" val="{&quot;shape&quot;:{&quot;fill&quot;:{&quot;type&quot;:0},&quot;glow&quot;:{&quot;colorType&quot;:0},&quot;line&quot;:{&quot;solidLine&quot;:{&quot;brightness&quot;:0.25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8,9,8,9,8,9]}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877_2*n_h_h_i*1_2_1_1"/>
  <p:tag name="KSO_WM_TEMPLATE_CATEGORY" val="diagram"/>
  <p:tag name="KSO_WM_TEMPLATE_INDEX" val="20234877"/>
  <p:tag name="KSO_WM_UNIT_LAYERLEVEL" val="1_1_1_1"/>
  <p:tag name="KSO_WM_TAG_VERSION" val="3.0"/>
  <p:tag name="KSO_WM_UNIT_SUBTYPE" val="d"/>
  <p:tag name="KSO_WM_UNIT_TYPE" val="n_h_h_i"/>
  <p:tag name="KSO_WM_UNIT_INDEX" val="1_2_1_1"/>
  <p:tag name="KSO_WM_DIAGRAM_VERSION" val="3"/>
  <p:tag name="KSO_WM_DIAGRAM_COLOR_TRICK" val="1"/>
  <p:tag name="KSO_WM_DIAGRAM_COLOR_TEXT_CAN_REMOVE" val="n"/>
  <p:tag name="KSO_WM_UNIT_TEXT_FILL_TYPE" val="1"/>
  <p:tag name="KSO_WM_DIAGRAM_VIRTUALLY_FRAME" val="{&quot;height&quot;:426.42499389648435,&quot;left&quot;:15.95,&quot;top&quot;:52.825006103515626,&quot;width&quot;:279.77499389648455}"/>
  <p:tag name="KSO_WM_UNIT_FILL_TYPE" val="1"/>
  <p:tag name="KSO_WM_UNIT_FILL_FORE_SCHEMECOLOR_INDEX" val="5"/>
  <p:tag name="KSO_WM_UNIT_FILL_FORE_SCHEMECOLOR_INDEX_BRIGHTNESS" val="1"/>
  <p:tag name="KSO_WM_UNIT_LINE_FORE_SCHEMECOLOR_INDEX" val="-2"/>
  <p:tag name="KSO_WM_DIAGRAM_MAX_ITEMCNT" val="6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8,9,8,9,8,9]}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877_2*n_h_h_i*1_2_1_3"/>
  <p:tag name="KSO_WM_TEMPLATE_CATEGORY" val="diagram"/>
  <p:tag name="KSO_WM_TEMPLATE_INDEX" val="20234877"/>
  <p:tag name="KSO_WM_UNIT_LAYERLEVEL" val="1_1_1_1"/>
  <p:tag name="KSO_WM_TAG_VERSION" val="3.0"/>
  <p:tag name="KSO_WM_UNIT_TYPE" val="n_h_h_i"/>
  <p:tag name="KSO_WM_UNIT_INDEX" val="1_2_1_3"/>
  <p:tag name="KSO_WM_DIAGRAM_VERSION" val="3"/>
  <p:tag name="KSO_WM_DIAGRAM_COLOR_TRICK" val="1"/>
  <p:tag name="KSO_WM_DIAGRAM_COLOR_TEXT_CAN_REMOVE" val="n"/>
  <p:tag name="KSO_WM_DIAGRAM_VIRTUALLY_FRAME" val="{&quot;height&quot;:426.42499389648435,&quot;left&quot;:15.95,&quot;top&quot;:52.825006103515626,&quot;width&quot;:279.77499389648455}"/>
  <p:tag name="KSO_WM_UNIT_LINE_FORE_SCHEMECOLOR_INDEX" val="13"/>
  <p:tag name="KSO_WM_DIAGRAM_MAX_ITEMCNT" val="6"/>
  <p:tag name="KSO_WM_DIAGRAM_MIN_ITEMCNT" val="2"/>
  <p:tag name="KSO_WM_DIAGRAM_COLOR_MATCH_VALUE" val="{&quot;shape&quot;:{&quot;fill&quot;:{&quot;type&quot;:0},&quot;glow&quot;:{&quot;colorType&quot;:0},&quot;line&quot;:{&quot;solidLine&quot;:{&quot;brightness&quot;:0.25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8,9,8,9,8,9]}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877_2*n_h_h_i*1_2_1_1"/>
  <p:tag name="KSO_WM_TEMPLATE_CATEGORY" val="diagram"/>
  <p:tag name="KSO_WM_TEMPLATE_INDEX" val="20234877"/>
  <p:tag name="KSO_WM_UNIT_LAYERLEVEL" val="1_1_1_1"/>
  <p:tag name="KSO_WM_TAG_VERSION" val="3.0"/>
  <p:tag name="KSO_WM_UNIT_SUBTYPE" val="d"/>
  <p:tag name="KSO_WM_UNIT_TYPE" val="n_h_h_i"/>
  <p:tag name="KSO_WM_UNIT_INDEX" val="1_2_1_1"/>
  <p:tag name="KSO_WM_DIAGRAM_VERSION" val="3"/>
  <p:tag name="KSO_WM_DIAGRAM_COLOR_TRICK" val="1"/>
  <p:tag name="KSO_WM_DIAGRAM_COLOR_TEXT_CAN_REMOVE" val="n"/>
  <p:tag name="KSO_WM_UNIT_TEXT_FILL_TYPE" val="1"/>
  <p:tag name="KSO_WM_DIAGRAM_VIRTUALLY_FRAME" val="{&quot;height&quot;:426.42499389648435,&quot;left&quot;:15.95,&quot;top&quot;:52.825006103515626,&quot;width&quot;:279.77499389648455}"/>
  <p:tag name="KSO_WM_UNIT_FILL_TYPE" val="1"/>
  <p:tag name="KSO_WM_UNIT_FILL_FORE_SCHEMECOLOR_INDEX" val="5"/>
  <p:tag name="KSO_WM_UNIT_FILL_FORE_SCHEMECOLOR_INDEX_BRIGHTNESS" val="1"/>
  <p:tag name="KSO_WM_UNIT_LINE_FORE_SCHEMECOLOR_INDEX" val="-2"/>
  <p:tag name="KSO_WM_DIAGRAM_MAX_ITEMCNT" val="6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8,9,8,9,8,9]}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877_2*n_h_h_i*1_2_1_3"/>
  <p:tag name="KSO_WM_TEMPLATE_CATEGORY" val="diagram"/>
  <p:tag name="KSO_WM_TEMPLATE_INDEX" val="20234877"/>
  <p:tag name="KSO_WM_UNIT_LAYERLEVEL" val="1_1_1_1"/>
  <p:tag name="KSO_WM_TAG_VERSION" val="3.0"/>
  <p:tag name="KSO_WM_UNIT_TYPE" val="n_h_h_i"/>
  <p:tag name="KSO_WM_UNIT_INDEX" val="1_2_1_3"/>
  <p:tag name="KSO_WM_DIAGRAM_VERSION" val="3"/>
  <p:tag name="KSO_WM_DIAGRAM_COLOR_TRICK" val="1"/>
  <p:tag name="KSO_WM_DIAGRAM_COLOR_TEXT_CAN_REMOVE" val="n"/>
  <p:tag name="KSO_WM_DIAGRAM_VIRTUALLY_FRAME" val="{&quot;height&quot;:426.42499389648435,&quot;left&quot;:15.95,&quot;top&quot;:52.825006103515626,&quot;width&quot;:279.77499389648455}"/>
  <p:tag name="KSO_WM_UNIT_LINE_FORE_SCHEMECOLOR_INDEX" val="13"/>
  <p:tag name="KSO_WM_DIAGRAM_MAX_ITEMCNT" val="6"/>
  <p:tag name="KSO_WM_DIAGRAM_MIN_ITEMCNT" val="2"/>
  <p:tag name="KSO_WM_DIAGRAM_COLOR_MATCH_VALUE" val="{&quot;shape&quot;:{&quot;fill&quot;:{&quot;type&quot;:0},&quot;glow&quot;:{&quot;colorType&quot;:0},&quot;line&quot;:{&quot;solidLine&quot;:{&quot;brightness&quot;:0.25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8,9,8,9,8,9]}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877_2*n_h_h_i*1_2_1_1"/>
  <p:tag name="KSO_WM_TEMPLATE_CATEGORY" val="diagram"/>
  <p:tag name="KSO_WM_TEMPLATE_INDEX" val="20234877"/>
  <p:tag name="KSO_WM_UNIT_LAYERLEVEL" val="1_1_1_1"/>
  <p:tag name="KSO_WM_TAG_VERSION" val="3.0"/>
  <p:tag name="KSO_WM_UNIT_SUBTYPE" val="d"/>
  <p:tag name="KSO_WM_UNIT_TYPE" val="n_h_h_i"/>
  <p:tag name="KSO_WM_UNIT_INDEX" val="1_2_1_1"/>
  <p:tag name="KSO_WM_DIAGRAM_VERSION" val="3"/>
  <p:tag name="KSO_WM_DIAGRAM_COLOR_TRICK" val="1"/>
  <p:tag name="KSO_WM_DIAGRAM_COLOR_TEXT_CAN_REMOVE" val="n"/>
  <p:tag name="KSO_WM_UNIT_TEXT_FILL_TYPE" val="1"/>
  <p:tag name="KSO_WM_DIAGRAM_VIRTUALLY_FRAME" val="{&quot;height&quot;:426.42499389648435,&quot;left&quot;:15.95,&quot;top&quot;:52.825006103515626,&quot;width&quot;:279.77499389648455}"/>
  <p:tag name="KSO_WM_UNIT_FILL_TYPE" val="1"/>
  <p:tag name="KSO_WM_UNIT_FILL_FORE_SCHEMECOLOR_INDEX" val="5"/>
  <p:tag name="KSO_WM_UNIT_FILL_FORE_SCHEMECOLOR_INDEX_BRIGHTNESS" val="1"/>
  <p:tag name="KSO_WM_UNIT_LINE_FORE_SCHEMECOLOR_INDEX" val="-2"/>
  <p:tag name="KSO_WM_DIAGRAM_MAX_ITEMCNT" val="6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8,9,8,9,8,9]}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877_2*n_h_h_i*1_2_2_1"/>
  <p:tag name="KSO_WM_TEMPLATE_CATEGORY" val="diagram"/>
  <p:tag name="KSO_WM_TEMPLATE_INDEX" val="20234877"/>
  <p:tag name="KSO_WM_UNIT_LAYERLEVEL" val="1_1_1_1"/>
  <p:tag name="KSO_WM_TAG_VERSION" val="3.0"/>
  <p:tag name="KSO_WM_UNIT_SUBTYPE" val="d"/>
  <p:tag name="KSO_WM_UNIT_TYPE" val="n_h_h_i"/>
  <p:tag name="KSO_WM_UNIT_INDEX" val="1_2_2_1"/>
  <p:tag name="KSO_WM_DIAGRAM_VERSION" val="3"/>
  <p:tag name="KSO_WM_DIAGRAM_COLOR_TRICK" val="1"/>
  <p:tag name="KSO_WM_DIAGRAM_COLOR_TEXT_CAN_REMOVE" val="n"/>
  <p:tag name="KSO_WM_UNIT_TEXT_FILL_TYPE" val="1"/>
  <p:tag name="KSO_WM_DIAGRAM_VIRTUALLY_FRAME" val="{&quot;height&quot;:426.42499389648435,&quot;left&quot;:15.95,&quot;top&quot;:52.825006103515626,&quot;width&quot;:279.77499389648455}"/>
  <p:tag name="KSO_WM_UNIT_FILL_TYPE" val="1"/>
  <p:tag name="KSO_WM_UNIT_FILL_FORE_SCHEMECOLOR_INDEX" val="5"/>
  <p:tag name="KSO_WM_UNIT_FILL_FORE_SCHEMECOLOR_INDEX_BRIGHTNESS" val="1"/>
  <p:tag name="KSO_WM_UNIT_LINE_FORE_SCHEMECOLOR_INDEX" val="-2"/>
  <p:tag name="KSO_WM_DIAGRAM_MAX_ITEMCNT" val="6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8,9,8,9,8,9]}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877_2*n_h_h_i*1_2_2_3"/>
  <p:tag name="KSO_WM_TEMPLATE_CATEGORY" val="diagram"/>
  <p:tag name="KSO_WM_TEMPLATE_INDEX" val="20234877"/>
  <p:tag name="KSO_WM_UNIT_LAYERLEVEL" val="1_1_1_1"/>
  <p:tag name="KSO_WM_TAG_VERSION" val="3.0"/>
  <p:tag name="KSO_WM_UNIT_TYPE" val="n_h_h_i"/>
  <p:tag name="KSO_WM_UNIT_INDEX" val="1_2_2_3"/>
  <p:tag name="KSO_WM_DIAGRAM_VERSION" val="3"/>
  <p:tag name="KSO_WM_DIAGRAM_COLOR_TRICK" val="1"/>
  <p:tag name="KSO_WM_DIAGRAM_COLOR_TEXT_CAN_REMOVE" val="n"/>
  <p:tag name="KSO_WM_DIAGRAM_VIRTUALLY_FRAME" val="{&quot;height&quot;:426.42499389648435,&quot;left&quot;:15.95,&quot;top&quot;:52.825006103515626,&quot;width&quot;:279.77499389648455}"/>
  <p:tag name="KSO_WM_UNIT_LINE_FORE_SCHEMECOLOR_INDEX" val="13"/>
  <p:tag name="KSO_WM_DIAGRAM_MAX_ITEMCNT" val="6"/>
  <p:tag name="KSO_WM_DIAGRAM_MIN_ITEMCNT" val="2"/>
  <p:tag name="KSO_WM_DIAGRAM_COLOR_MATCH_VALUE" val="{&quot;shape&quot;:{&quot;fill&quot;:{&quot;type&quot;:0},&quot;glow&quot;:{&quot;colorType&quot;:0},&quot;line&quot;:{&quot;solidLine&quot;:{&quot;brightness&quot;:0.25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8,9,8,9,8,9]}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877_2*n_h_h_f*1_2_2_1"/>
  <p:tag name="KSO_WM_TEMPLATE_CATEGORY" val="diagram"/>
  <p:tag name="KSO_WM_TEMPLATE_INDEX" val="20234877"/>
  <p:tag name="KSO_WM_UNIT_LAYERLEVEL" val="1_1_1_1"/>
  <p:tag name="KSO_WM_TAG_VERSION" val="3.0"/>
  <p:tag name="KSO_WM_UNIT_SUBTYPE" val="a"/>
  <p:tag name="KSO_WM_UNIT_NOCLEAR" val="0"/>
  <p:tag name="KSO_WM_UNIT_VALUE" val="52"/>
  <p:tag name="KSO_WM_UNIT_TYPE" val="n_h_h_f"/>
  <p:tag name="KSO_WM_UNIT_INDEX" val="1_2_2_1"/>
  <p:tag name="KSO_WM_DIAGRAM_MAX_ITEMCNT" val="6"/>
  <p:tag name="KSO_WM_DIAGRAM_MIN_ITEMCNT" val="2"/>
  <p:tag name="KSO_WM_DIAGRAM_VIRTUALLY_FRAME" val="{&quot;height&quot;:426.42499389648435,&quot;left&quot;:15.95,&quot;top&quot;:52.825006103515626,&quot;width&quot;:279.7749938964845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单击此处添加文本内容，简明扼要地阐述观点。根据需要可酌情增减文字，以便观者准确地理解您传达的思想。"/>
  <p:tag name="KSO_WM_UNIT_LINE_FORE_SCHEMECOLOR_INDEX" val="-2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8,9,8,9,8,9]}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877_2*n_h_h_f*1_2_2_1"/>
  <p:tag name="KSO_WM_TEMPLATE_CATEGORY" val="diagram"/>
  <p:tag name="KSO_WM_TEMPLATE_INDEX" val="20234877"/>
  <p:tag name="KSO_WM_UNIT_LAYERLEVEL" val="1_1_1_1"/>
  <p:tag name="KSO_WM_TAG_VERSION" val="3.0"/>
  <p:tag name="KSO_WM_UNIT_SUBTYPE" val="a"/>
  <p:tag name="KSO_WM_UNIT_NOCLEAR" val="0"/>
  <p:tag name="KSO_WM_UNIT_VALUE" val="52"/>
  <p:tag name="KSO_WM_UNIT_TYPE" val="n_h_h_f"/>
  <p:tag name="KSO_WM_UNIT_INDEX" val="1_2_2_1"/>
  <p:tag name="KSO_WM_DIAGRAM_MAX_ITEMCNT" val="6"/>
  <p:tag name="KSO_WM_DIAGRAM_MIN_ITEMCNT" val="2"/>
  <p:tag name="KSO_WM_DIAGRAM_VIRTUALLY_FRAME" val="{&quot;height&quot;:426.42499389648435,&quot;left&quot;:15.95,&quot;top&quot;:52.825006103515626,&quot;width&quot;:279.7749938964845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单击此处添加文本内容，简明扼要地阐述观点。根据需要可酌情增减文字，以便观者准确地理解您传达的思想。"/>
  <p:tag name="KSO_WM_UNIT_LINE_FORE_SCHEMECOLOR_INDEX" val="-2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8,9,8,9,8,9]}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877_2*n_h_h_f*1_2_2_1"/>
  <p:tag name="KSO_WM_TEMPLATE_CATEGORY" val="diagram"/>
  <p:tag name="KSO_WM_TEMPLATE_INDEX" val="20234877"/>
  <p:tag name="KSO_WM_UNIT_LAYERLEVEL" val="1_1_1_1"/>
  <p:tag name="KSO_WM_TAG_VERSION" val="3.0"/>
  <p:tag name="KSO_WM_UNIT_SUBTYPE" val="a"/>
  <p:tag name="KSO_WM_UNIT_NOCLEAR" val="0"/>
  <p:tag name="KSO_WM_UNIT_VALUE" val="52"/>
  <p:tag name="KSO_WM_UNIT_TYPE" val="n_h_h_f"/>
  <p:tag name="KSO_WM_UNIT_INDEX" val="1_2_2_1"/>
  <p:tag name="KSO_WM_DIAGRAM_MAX_ITEMCNT" val="6"/>
  <p:tag name="KSO_WM_DIAGRAM_MIN_ITEMCNT" val="2"/>
  <p:tag name="KSO_WM_DIAGRAM_VIRTUALLY_FRAME" val="{&quot;height&quot;:426.42499389648435,&quot;left&quot;:15.95,&quot;top&quot;:52.825006103515626,&quot;width&quot;:279.7749938964845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单击此处添加文本内容，简明扼要地阐述观点。根据需要可酌情增减文字，以便观者准确地理解您传达的思想。"/>
  <p:tag name="KSO_WM_UNIT_LINE_FORE_SCHEMECOLOR_INDEX" val="-2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8,9,8,9,8,9]}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877_2*n_h_h_f*1_2_2_1"/>
  <p:tag name="KSO_WM_TEMPLATE_CATEGORY" val="diagram"/>
  <p:tag name="KSO_WM_TEMPLATE_INDEX" val="20234877"/>
  <p:tag name="KSO_WM_UNIT_LAYERLEVEL" val="1_1_1_1"/>
  <p:tag name="KSO_WM_TAG_VERSION" val="3.0"/>
  <p:tag name="KSO_WM_UNIT_SUBTYPE" val="a"/>
  <p:tag name="KSO_WM_UNIT_NOCLEAR" val="0"/>
  <p:tag name="KSO_WM_UNIT_VALUE" val="52"/>
  <p:tag name="KSO_WM_UNIT_TYPE" val="n_h_h_f"/>
  <p:tag name="KSO_WM_UNIT_INDEX" val="1_2_2_1"/>
  <p:tag name="KSO_WM_DIAGRAM_MAX_ITEMCNT" val="6"/>
  <p:tag name="KSO_WM_DIAGRAM_MIN_ITEMCNT" val="2"/>
  <p:tag name="KSO_WM_DIAGRAM_VIRTUALLY_FRAME" val="{&quot;height&quot;:426.42499389648435,&quot;left&quot;:15.95,&quot;top&quot;:52.825006103515626,&quot;width&quot;:279.7749938964845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单击此处添加文本内容，简明扼要地阐述观点。根据需要可酌情增减文字，以便观者准确地理解您传达的思想。"/>
  <p:tag name="KSO_WM_UNIT_LINE_FORE_SCHEMECOLOR_INDEX" val="-2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8,9,8,9,8,9]}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877_2*n_h_h_f*1_2_2_1"/>
  <p:tag name="KSO_WM_TEMPLATE_CATEGORY" val="diagram"/>
  <p:tag name="KSO_WM_TEMPLATE_INDEX" val="20234877"/>
  <p:tag name="KSO_WM_UNIT_LAYERLEVEL" val="1_1_1_1"/>
  <p:tag name="KSO_WM_TAG_VERSION" val="3.0"/>
  <p:tag name="KSO_WM_UNIT_SUBTYPE" val="a"/>
  <p:tag name="KSO_WM_UNIT_NOCLEAR" val="0"/>
  <p:tag name="KSO_WM_UNIT_VALUE" val="52"/>
  <p:tag name="KSO_WM_UNIT_TYPE" val="n_h_h_f"/>
  <p:tag name="KSO_WM_UNIT_INDEX" val="1_2_2_1"/>
  <p:tag name="KSO_WM_DIAGRAM_MAX_ITEMCNT" val="6"/>
  <p:tag name="KSO_WM_DIAGRAM_MIN_ITEMCNT" val="2"/>
  <p:tag name="KSO_WM_DIAGRAM_VIRTUALLY_FRAME" val="{&quot;height&quot;:426.42499389648435,&quot;left&quot;:15.95,&quot;top&quot;:52.825006103515626,&quot;width&quot;:279.7749938964845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单击此处添加文本内容，简明扼要地阐述观点。根据需要可酌情增减文字，以便观者准确地理解您传达的思想。"/>
  <p:tag name="KSO_WM_UNIT_LINE_FORE_SCHEMECOLOR_INDEX" val="-2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8,9,8,9,8,9]}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877_2*n_h_h_f*1_2_2_1"/>
  <p:tag name="KSO_WM_TEMPLATE_CATEGORY" val="diagram"/>
  <p:tag name="KSO_WM_TEMPLATE_INDEX" val="20234877"/>
  <p:tag name="KSO_WM_UNIT_LAYERLEVEL" val="1_1_1_1"/>
  <p:tag name="KSO_WM_TAG_VERSION" val="3.0"/>
  <p:tag name="KSO_WM_UNIT_SUBTYPE" val="a"/>
  <p:tag name="KSO_WM_UNIT_NOCLEAR" val="0"/>
  <p:tag name="KSO_WM_UNIT_VALUE" val="52"/>
  <p:tag name="KSO_WM_UNIT_TYPE" val="n_h_h_f"/>
  <p:tag name="KSO_WM_UNIT_INDEX" val="1_2_2_1"/>
  <p:tag name="KSO_WM_DIAGRAM_MAX_ITEMCNT" val="6"/>
  <p:tag name="KSO_WM_DIAGRAM_MIN_ITEMCNT" val="2"/>
  <p:tag name="KSO_WM_DIAGRAM_VIRTUALLY_FRAME" val="{&quot;height&quot;:426.42499389648435,&quot;left&quot;:15.95,&quot;top&quot;:52.825006103515626,&quot;width&quot;:279.7749938964845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单击此处添加文本内容，简明扼要地阐述观点。根据需要可酌情增减文字，以便观者准确地理解您传达的思想。"/>
  <p:tag name="KSO_WM_UNIT_LINE_FORE_SCHEMECOLOR_INDEX" val="-2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8,9,8,9,8,9]}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877_2*n_h_h_f*1_2_2_1"/>
  <p:tag name="KSO_WM_TEMPLATE_CATEGORY" val="diagram"/>
  <p:tag name="KSO_WM_TEMPLATE_INDEX" val="20234877"/>
  <p:tag name="KSO_WM_UNIT_LAYERLEVEL" val="1_1_1_1"/>
  <p:tag name="KSO_WM_TAG_VERSION" val="3.0"/>
  <p:tag name="KSO_WM_UNIT_SUBTYPE" val="a"/>
  <p:tag name="KSO_WM_UNIT_NOCLEAR" val="0"/>
  <p:tag name="KSO_WM_UNIT_VALUE" val="52"/>
  <p:tag name="KSO_WM_UNIT_TYPE" val="n_h_h_f"/>
  <p:tag name="KSO_WM_UNIT_INDEX" val="1_2_2_1"/>
  <p:tag name="KSO_WM_DIAGRAM_MAX_ITEMCNT" val="6"/>
  <p:tag name="KSO_WM_DIAGRAM_MIN_ITEMCNT" val="2"/>
  <p:tag name="KSO_WM_DIAGRAM_VIRTUALLY_FRAME" val="{&quot;height&quot;:426.42499389648435,&quot;left&quot;:15.95,&quot;top&quot;:52.825006103515626,&quot;width&quot;:279.7749938964845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单击此处添加文本内容，简明扼要地阐述观点。根据需要可酌情增减文字，以便观者准确地理解您传达的思想。"/>
  <p:tag name="KSO_WM_UNIT_LINE_FORE_SCHEMECOLOR_INDEX" val="-2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8,9,8,9,8,9]}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877_2*n_h_h_f*1_2_2_1"/>
  <p:tag name="KSO_WM_TEMPLATE_CATEGORY" val="diagram"/>
  <p:tag name="KSO_WM_TEMPLATE_INDEX" val="20234877"/>
  <p:tag name="KSO_WM_UNIT_LAYERLEVEL" val="1_1_1_1"/>
  <p:tag name="KSO_WM_TAG_VERSION" val="3.0"/>
  <p:tag name="KSO_WM_UNIT_SUBTYPE" val="a"/>
  <p:tag name="KSO_WM_UNIT_NOCLEAR" val="0"/>
  <p:tag name="KSO_WM_UNIT_VALUE" val="52"/>
  <p:tag name="KSO_WM_UNIT_TYPE" val="n_h_h_f"/>
  <p:tag name="KSO_WM_UNIT_INDEX" val="1_2_2_1"/>
  <p:tag name="KSO_WM_DIAGRAM_MAX_ITEMCNT" val="6"/>
  <p:tag name="KSO_WM_DIAGRAM_MIN_ITEMCNT" val="2"/>
  <p:tag name="KSO_WM_DIAGRAM_VIRTUALLY_FRAME" val="{&quot;height&quot;:426.42499389648435,&quot;left&quot;:15.95,&quot;top&quot;:52.825006103515626,&quot;width&quot;:279.7749938964845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单击此处添加文本内容，简明扼要地阐述观点。根据需要可酌情增减文字，以便观者准确地理解您传达的思想。"/>
  <p:tag name="KSO_WM_UNIT_LINE_FORE_SCHEMECOLOR_INDEX" val="-2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8,9,8,9,8,9]}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877_2*n_h_h_f*1_2_2_1"/>
  <p:tag name="KSO_WM_TEMPLATE_CATEGORY" val="diagram"/>
  <p:tag name="KSO_WM_TEMPLATE_INDEX" val="20234877"/>
  <p:tag name="KSO_WM_UNIT_LAYERLEVEL" val="1_1_1_1"/>
  <p:tag name="KSO_WM_TAG_VERSION" val="3.0"/>
  <p:tag name="KSO_WM_UNIT_SUBTYPE" val="a"/>
  <p:tag name="KSO_WM_UNIT_NOCLEAR" val="0"/>
  <p:tag name="KSO_WM_UNIT_VALUE" val="52"/>
  <p:tag name="KSO_WM_UNIT_TYPE" val="n_h_h_f"/>
  <p:tag name="KSO_WM_UNIT_INDEX" val="1_2_2_1"/>
  <p:tag name="KSO_WM_DIAGRAM_MAX_ITEMCNT" val="6"/>
  <p:tag name="KSO_WM_DIAGRAM_MIN_ITEMCNT" val="2"/>
  <p:tag name="KSO_WM_DIAGRAM_VIRTUALLY_FRAME" val="{&quot;height&quot;:426.42499389648435,&quot;left&quot;:15.95,&quot;top&quot;:52.825006103515626,&quot;width&quot;:279.7749938964845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单击此处添加文本内容，简明扼要地阐述观点。根据需要可酌情增减文字，以便观者准确地理解您传达的思想。"/>
  <p:tag name="KSO_WM_UNIT_LINE_FORE_SCHEMECOLOR_INDEX" val="-2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8,9,8,9,8,9]}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877_2*n_h_h_f*1_2_2_1"/>
  <p:tag name="KSO_WM_TEMPLATE_CATEGORY" val="diagram"/>
  <p:tag name="KSO_WM_TEMPLATE_INDEX" val="20234877"/>
  <p:tag name="KSO_WM_UNIT_LAYERLEVEL" val="1_1_1_1"/>
  <p:tag name="KSO_WM_TAG_VERSION" val="3.0"/>
  <p:tag name="KSO_WM_UNIT_SUBTYPE" val="a"/>
  <p:tag name="KSO_WM_UNIT_NOCLEAR" val="0"/>
  <p:tag name="KSO_WM_UNIT_VALUE" val="52"/>
  <p:tag name="KSO_WM_UNIT_TYPE" val="n_h_h_f"/>
  <p:tag name="KSO_WM_UNIT_INDEX" val="1_2_2_1"/>
  <p:tag name="KSO_WM_DIAGRAM_MAX_ITEMCNT" val="6"/>
  <p:tag name="KSO_WM_DIAGRAM_MIN_ITEMCNT" val="2"/>
  <p:tag name="KSO_WM_DIAGRAM_VIRTUALLY_FRAME" val="{&quot;height&quot;:426.42499389648435,&quot;left&quot;:15.95,&quot;top&quot;:52.825006103515626,&quot;width&quot;:279.7749938964845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单击此处添加文本内容，简明扼要地阐述观点。根据需要可酌情增减文字，以便观者准确地理解您传达的思想。"/>
  <p:tag name="KSO_WM_UNIT_LINE_FORE_SCHEMECOLOR_INDEX" val="-2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8,9,8,9,8,9]}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877_2*n_h_h_f*1_2_2_1"/>
  <p:tag name="KSO_WM_TEMPLATE_CATEGORY" val="diagram"/>
  <p:tag name="KSO_WM_TEMPLATE_INDEX" val="20234877"/>
  <p:tag name="KSO_WM_UNIT_LAYERLEVEL" val="1_1_1_1"/>
  <p:tag name="KSO_WM_TAG_VERSION" val="3.0"/>
  <p:tag name="KSO_WM_UNIT_SUBTYPE" val="a"/>
  <p:tag name="KSO_WM_UNIT_NOCLEAR" val="0"/>
  <p:tag name="KSO_WM_UNIT_VALUE" val="52"/>
  <p:tag name="KSO_WM_UNIT_TYPE" val="n_h_h_f"/>
  <p:tag name="KSO_WM_UNIT_INDEX" val="1_2_2_1"/>
  <p:tag name="KSO_WM_DIAGRAM_MAX_ITEMCNT" val="6"/>
  <p:tag name="KSO_WM_DIAGRAM_MIN_ITEMCNT" val="2"/>
  <p:tag name="KSO_WM_DIAGRAM_VIRTUALLY_FRAME" val="{&quot;height&quot;:426.42499389648435,&quot;left&quot;:15.95,&quot;top&quot;:52.825006103515626,&quot;width&quot;:279.7749938964845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单击此处添加文本内容，简明扼要地阐述观点。根据需要可酌情增减文字，以便观者准确地理解您传达的思想。"/>
  <p:tag name="KSO_WM_UNIT_LINE_FORE_SCHEMECOLOR_INDEX" val="-2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8,9,8,9,8,9]}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877_2*n_h_h_f*1_2_2_1"/>
  <p:tag name="KSO_WM_TEMPLATE_CATEGORY" val="diagram"/>
  <p:tag name="KSO_WM_TEMPLATE_INDEX" val="20234877"/>
  <p:tag name="KSO_WM_UNIT_LAYERLEVEL" val="1_1_1_1"/>
  <p:tag name="KSO_WM_TAG_VERSION" val="3.0"/>
  <p:tag name="KSO_WM_UNIT_SUBTYPE" val="a"/>
  <p:tag name="KSO_WM_UNIT_NOCLEAR" val="0"/>
  <p:tag name="KSO_WM_UNIT_VALUE" val="52"/>
  <p:tag name="KSO_WM_UNIT_TYPE" val="n_h_h_f"/>
  <p:tag name="KSO_WM_UNIT_INDEX" val="1_2_2_1"/>
  <p:tag name="KSO_WM_DIAGRAM_MAX_ITEMCNT" val="6"/>
  <p:tag name="KSO_WM_DIAGRAM_MIN_ITEMCNT" val="2"/>
  <p:tag name="KSO_WM_DIAGRAM_VIRTUALLY_FRAME" val="{&quot;height&quot;:426.42499389648435,&quot;left&quot;:15.95,&quot;top&quot;:52.825006103515626,&quot;width&quot;:279.7749938964845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单击此处添加文本内容，简明扼要地阐述观点。根据需要可酌情增减文字，以便观者准确地理解您传达的思想。"/>
  <p:tag name="KSO_WM_UNIT_LINE_FORE_SCHEMECOLOR_INDEX" val="-2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8,9,8,9,8,9]}"/>
</p:tagLst>
</file>

<file path=ppt/tags/tag271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964_3*l_h_f*1_1_1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30.3642059326172,&quot;left&quot;:65.9,&quot;top&quot;:57.435794067382815,&quot;width&quot;:818.27182617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54"/>
  <p:tag name="KSO_WM_UNIT_TEXT_TYPE" val="1"/>
  <p:tag name="KSO_WM_UNIT_TEXT_LAYER_COUNT" val="1"/>
  <p:tag name="KSO_WM_UNIT_PRESET_TEXT" val="单击此处添加文本具体内容，简明扼要地阐述。根据需要可酌情增减文字，以便观者准确地理解"/>
  <p:tag name="KSO_WM_UNIT_TEXT_FILL_FORE_SCHEMECOLOR_INDEX" val="1"/>
  <p:tag name="KSO_WM_UNIT_TEXT_FILL_TYPE" val="1"/>
  <p:tag name="KSO_WM_DIAGRAM_USE_COLOR_VALUE" val="{&quot;color_scheme&quot;:1,&quot;color_type&quot;:1,&quot;theme_color_indexes&quot;:[8,9,8,9,8,9]}"/>
</p:tagLst>
</file>

<file path=ppt/tags/tag272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964_3*l_h_f*1_2_1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30.3642059326172,&quot;left&quot;:65.9,&quot;top&quot;:57.435794067382815,&quot;width&quot;:818.27182617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54"/>
  <p:tag name="KSO_WM_UNIT_TEXT_TYPE" val="1"/>
  <p:tag name="KSO_WM_UNIT_TEXT_LAYER_COUNT" val="1"/>
  <p:tag name="KSO_WM_UNIT_PRESET_TEXT" val="单击此处添加文本具体内容，简明扼要地阐述。根据需要可酌情增减文字，以便观者准确地理解"/>
  <p:tag name="KSO_WM_UNIT_TEXT_FILL_FORE_SCHEMECOLOR_INDEX" val="1"/>
  <p:tag name="KSO_WM_UNIT_TEXT_FILL_TYPE" val="1"/>
  <p:tag name="KSO_WM_DIAGRAM_USE_COLOR_VALUE" val="{&quot;color_scheme&quot;:1,&quot;color_type&quot;:1,&quot;theme_color_indexes&quot;:[8,9,8,9,8,9]}"/>
</p:tagLst>
</file>

<file path=ppt/tags/tag273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1964_3*l_h_f*1_3_1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30.3642059326172,&quot;left&quot;:65.9,&quot;top&quot;:57.435794067382815,&quot;width&quot;:818.27182617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54"/>
  <p:tag name="KSO_WM_UNIT_TEXT_TYPE" val="1"/>
  <p:tag name="KSO_WM_UNIT_TEXT_LAYER_COUNT" val="1"/>
  <p:tag name="KSO_WM_UNIT_PRESET_TEXT" val="单击此处添加文本具体内容，简明扼要地阐述。根据需要可酌情增减文字，以便观者准确地理解"/>
  <p:tag name="KSO_WM_UNIT_TEXT_FILL_FORE_SCHEMECOLOR_INDEX" val="1"/>
  <p:tag name="KSO_WM_UNIT_TEXT_FILL_TYPE" val="1"/>
  <p:tag name="KSO_WM_DIAGRAM_USE_COLOR_VALUE" val="{&quot;color_scheme&quot;:1,&quot;color_type&quot;:1,&quot;theme_color_indexes&quot;:[8,9,8,9,8,9]}"/>
</p:tagLst>
</file>

<file path=ppt/tags/tag274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1964_3*l_h_f*1_4_1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30.3642059326172,&quot;left&quot;:65.9,&quot;top&quot;:57.435794067382815,&quot;width&quot;:818.27182617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具体内容，简明扼要地阐述。根据需要可酌情增减文字，以便观者准确地理解"/>
  <p:tag name="KSO_WM_UNIT_TEXT_FILL_FORE_SCHEMECOLOR_INDEX" val="1"/>
  <p:tag name="KSO_WM_UNIT_TEXT_FILL_TYPE" val="1"/>
  <p:tag name="KSO_WM_DIAGRAM_USE_COLOR_VALUE" val="{&quot;color_scheme&quot;:1,&quot;color_type&quot;:1,&quot;theme_color_indexes&quot;:[8,9,8,9,8,9]}"/>
</p:tagLst>
</file>

<file path=ppt/tags/tag27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1964_3*l_h_i*1_1_1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30.3642059326172,&quot;left&quot;:65.9,&quot;top&quot;:57.435794067382815,&quot;width&quot;:818.2718261718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8,9,8,9,8,9]}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964_3*l_h_i*1_2_2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30.3642059326172,&quot;left&quot;:65.9,&quot;top&quot;:57.435794067382815,&quot;width&quot;:818.2718261718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8,9,8,9,8,9]}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1964_3*l_h_i*1_4_2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30.3642059326172,&quot;left&quot;:65.9,&quot;top&quot;:57.435794067382815,&quot;width&quot;:818.2718261718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8,9,8,9,8,9]}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1964_3*l_h_i*1_3_2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30.3642059326172,&quot;left&quot;:65.9,&quot;top&quot;:57.435794067382815,&quot;width&quot;:818.2718261718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8,9,8,9,8,9]}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1964_3*l_h_i*1_2_1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30.3642059326172,&quot;left&quot;:65.9,&quot;top&quot;:57.435794067382815,&quot;width&quot;:818.271826171875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2"/>
  <p:tag name="KSO_WM_UNIT_FILL_TYPE" val="1"/>
  <p:tag name="KSO_WM_UNIT_FILL_FORE_SCHEMECOLOR_INDEX" val="6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8,9,8,9,8,9]}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1964_3*l_h_i*1_3_1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30.3642059326172,&quot;left&quot;:65.9,&quot;top&quot;:57.435794067382815,&quot;width&quot;:818.2718261718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3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8,9,8,9,8,9]}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diagram20231964_3*l_h_i*1_4_1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30.3642059326172,&quot;left&quot;:65.9,&quot;top&quot;:57.435794067382815,&quot;width&quot;:818.271826171875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4"/>
  <p:tag name="KSO_WM_UNIT_FILL_TYPE" val="1"/>
  <p:tag name="KSO_WM_UNIT_FILL_FORE_SCHEMECOLOR_INDEX" val="6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8,9,8,9,8,9]}"/>
</p:tagLst>
</file>

<file path=ppt/tags/tag28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1964_3*l_h_a*1_1_1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30.3642059326172,&quot;left&quot;:65.9,&quot;top&quot;:57.435794067382815,&quot;width&quot;:818.27182617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8"/>
  <p:tag name="KSO_WM_UNIT_TEXT_TYPE" val="1"/>
  <p:tag name="KSO_WM_UNIT_PRESET_TEXT" val="此处添加标题"/>
  <p:tag name="KSO_WM_UNIT_TEXT_FILL_FORE_SCHEMECOLOR_INDEX" val="1"/>
  <p:tag name="KSO_WM_UNIT_TEXT_FILL_TYPE" val="1"/>
  <p:tag name="KSO_WM_DIAGRAM_USE_COLOR_VALUE" val="{&quot;color_scheme&quot;:1,&quot;color_type&quot;:1,&quot;theme_color_indexes&quot;:[8,9,8,9,8,9]}"/>
</p:tagLst>
</file>

<file path=ppt/tags/tag28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1964_3*l_h_a*1_3_1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30.3642059326172,&quot;left&quot;:65.9,&quot;top&quot;:57.435794067382815,&quot;width&quot;:818.27182617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8"/>
  <p:tag name="KSO_WM_UNIT_TEXT_TYPE" val="1"/>
  <p:tag name="KSO_WM_UNIT_PRESET_TEXT" val="此处添加标题"/>
  <p:tag name="KSO_WM_UNIT_TEXT_FILL_FORE_SCHEMECOLOR_INDEX" val="1"/>
  <p:tag name="KSO_WM_UNIT_TEXT_FILL_TYPE" val="1"/>
  <p:tag name="KSO_WM_DIAGRAM_USE_COLOR_VALUE" val="{&quot;color_scheme&quot;:1,&quot;color_type&quot;:1,&quot;theme_color_indexes&quot;:[8,9,8,9,8,9]}"/>
</p:tagLst>
</file>

<file path=ppt/tags/tag28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31964_3*l_h_a*1_4_1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30.3642059326172,&quot;left&quot;:65.9,&quot;top&quot;:57.435794067382815,&quot;width&quot;:818.27182617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此处添加标题"/>
  <p:tag name="KSO_WM_UNIT_TEXT_FILL_FORE_SCHEMECOLOR_INDEX" val="1"/>
  <p:tag name="KSO_WM_UNIT_TEXT_FILL_TYPE" val="1"/>
  <p:tag name="KSO_WM_DIAGRAM_USE_COLOR_VALUE" val="{&quot;color_scheme&quot;:1,&quot;color_type&quot;:1,&quot;theme_color_indexes&quot;:[8,9,8,9,8,9]}"/>
</p:tagLst>
</file>

<file path=ppt/tags/tag28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964_3*l_h_a*1_2_1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30.3642059326172,&quot;left&quot;:65.9,&quot;top&quot;:57.435794067382815,&quot;width&quot;:818.27182617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8"/>
  <p:tag name="KSO_WM_UNIT_TEXT_TYPE" val="1"/>
  <p:tag name="KSO_WM_UNIT_PRESET_TEXT" val="此处添加标题"/>
  <p:tag name="KSO_WM_UNIT_TEXT_FILL_FORE_SCHEMECOLOR_INDEX" val="1"/>
  <p:tag name="KSO_WM_UNIT_TEXT_FILL_TYPE" val="1"/>
  <p:tag name="KSO_WM_DIAGRAM_USE_COLOR_VALUE" val="{&quot;color_scheme&quot;:1,&quot;color_type&quot;:1,&quot;theme_color_indexes&quot;:[8,9,8,9,8,9]}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48_4*m_h_a*1_2_1"/>
  <p:tag name="KSO_WM_TEMPLATE_CATEGORY" val="diagram"/>
  <p:tag name="KSO_WM_TEMPLATE_INDEX" val="404930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DIAGRAM_GROUP_CODE" val="m1-1"/>
  <p:tag name="KSO_WM_UNIT_TYPE" val="m_h_a"/>
  <p:tag name="KSO_WM_UNIT_INDEX" val="1_2_1"/>
  <p:tag name="KSO_WM_UNIT_FILL_TYPE" val="3"/>
  <p:tag name="KSO_WM_UNIT_TEXT_FILL_FORE_SCHEMECOLOR_INDEX" val="1"/>
  <p:tag name="KSO_WM_UNIT_TEXT_FILL_TYPE" val="1"/>
  <p:tag name="KSO_WM_UNIT_PRESET_TEXT" val="添加小标题"/>
  <p:tag name="KSO_WM_UNIT_TEXT_TYPE" val="1"/>
  <p:tag name="KSO_WM_DIAGRAM_VIRTUALLY_FRAME" val="{&quot;height&quot;:85.87492431160044,&quot;left&quot;:40.27499999999999,&quot;top&quot;:412.05007874015735,&quot;width&quot;:442.15003937007896}"/>
  <p:tag name="KSO_WM_DIAGRAM_MAX_ITEMCNT" val="8"/>
  <p:tag name="KSO_WM_DIAGRAM_MIN_ITEMCNT" val="5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9100000262260437,&quot;transparency&quot;:0}],&quot;type&quot;:3},&quot;glow&quot;:{&quot;colorType&quot;:0},&quot;line&quot;:{&quot;type&quot;:0},&quot;shadow&quot;:{&quot;brightness&quot;:-0.25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48_4*m_h_i*1_2_1"/>
  <p:tag name="KSO_WM_TEMPLATE_CATEGORY" val="diagram"/>
  <p:tag name="KSO_WM_TEMPLATE_INDEX" val="404930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2_1"/>
  <p:tag name="KSO_WM_DIAGRAM_VIRTUALLY_FRAME" val="{&quot;height&quot;:85.87492431160044,&quot;left&quot;:40.27499999999999,&quot;top&quot;:412.05007874015735,&quot;width&quot;:442.15003937007896}"/>
  <p:tag name="KSO_WM_DIAGRAM_MAX_ITEMCNT" val="8"/>
  <p:tag name="KSO_WM_DIAGRAM_MIN_ITEMCNT" val="5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1,&quot;transparency&quot;:0.800000011920929},{&quot;brightness&quot;:0,&quot;colorType&quot;:1,&quot;foreColorIndex&quot;:5,&quot;pos&quot;:0.18000000715255737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48_4*m_h_i*1_2_2"/>
  <p:tag name="KSO_WM_TEMPLATE_CATEGORY" val="diagram"/>
  <p:tag name="KSO_WM_TEMPLATE_INDEX" val="404930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2_2"/>
  <p:tag name="KSO_WM_DIAGRAM_VIRTUALLY_FRAME" val="{&quot;height&quot;:85.87492431160044,&quot;left&quot;:40.27499999999999,&quot;top&quot;:412.05007874015735,&quot;width&quot;:442.15003937007896}"/>
  <p:tag name="KSO_WM_DIAGRAM_MAX_ITEMCNT" val="8"/>
  <p:tag name="KSO_WM_DIAGRAM_MIN_ITEMCNT" val="5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1,&quot;transparency&quot;:0.800000011920929},{&quot;brightness&quot;:0,&quot;colorType&quot;:1,&quot;foreColorIndex&quot;:5,&quot;pos&quot;:0.18000000715255737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48_4*m_h_a*1_1_1"/>
  <p:tag name="KSO_WM_TEMPLATE_CATEGORY" val="diagram"/>
  <p:tag name="KSO_WM_TEMPLATE_INDEX" val="404930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DIAGRAM_GROUP_CODE" val="m1-1"/>
  <p:tag name="KSO_WM_UNIT_TYPE" val="m_h_a"/>
  <p:tag name="KSO_WM_UNIT_INDEX" val="1_1_1"/>
  <p:tag name="KSO_WM_UNIT_FILL_TYPE" val="3"/>
  <p:tag name="KSO_WM_UNIT_TEXT_FILL_FORE_SCHEMECOLOR_INDEX" val="1"/>
  <p:tag name="KSO_WM_UNIT_TEXT_FILL_TYPE" val="1"/>
  <p:tag name="KSO_WM_UNIT_PRESET_TEXT" val="添加小标题"/>
  <p:tag name="KSO_WM_UNIT_TEXT_TYPE" val="1"/>
  <p:tag name="KSO_WM_DIAGRAM_VIRTUALLY_FRAME" val="{&quot;height&quot;:85.87492431160044,&quot;left&quot;:40.27499999999999,&quot;top&quot;:412.05007874015735,&quot;width&quot;:442.15003937007896}"/>
  <p:tag name="KSO_WM_DIAGRAM_MAX_ITEMCNT" val="8"/>
  <p:tag name="KSO_WM_DIAGRAM_MIN_ITEMCNT" val="5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9100000262260437,&quot;transparency&quot;:0}],&quot;type&quot;:3},&quot;glow&quot;:{&quot;colorType&quot;:0},&quot;line&quot;:{&quot;type&quot;:0},&quot;shadow&quot;:{&quot;brightness&quot;:-0.25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48_4*m_h_i*1_1_1"/>
  <p:tag name="KSO_WM_TEMPLATE_CATEGORY" val="diagram"/>
  <p:tag name="KSO_WM_TEMPLATE_INDEX" val="404930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1_1"/>
  <p:tag name="KSO_WM_DIAGRAM_VIRTUALLY_FRAME" val="{&quot;height&quot;:85.87492431160044,&quot;left&quot;:40.27499999999999,&quot;top&quot;:412.05007874015735,&quot;width&quot;:442.15003937007896}"/>
  <p:tag name="KSO_WM_DIAGRAM_MAX_ITEMCNT" val="8"/>
  <p:tag name="KSO_WM_DIAGRAM_MIN_ITEMCNT" val="5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1,&quot;transparency&quot;:0.800000011920929},{&quot;brightness&quot;:0,&quot;colorType&quot;:1,&quot;foreColorIndex&quot;:5,&quot;pos&quot;:0.18000000715255737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48_4*m_h_i*1_1_2"/>
  <p:tag name="KSO_WM_TEMPLATE_CATEGORY" val="diagram"/>
  <p:tag name="KSO_WM_TEMPLATE_INDEX" val="404930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1_2"/>
  <p:tag name="KSO_WM_DIAGRAM_VIRTUALLY_FRAME" val="{&quot;height&quot;:85.87492431160044,&quot;left&quot;:40.27499999999999,&quot;top&quot;:412.05007874015735,&quot;width&quot;:442.15003937007896}"/>
  <p:tag name="KSO_WM_DIAGRAM_MAX_ITEMCNT" val="8"/>
  <p:tag name="KSO_WM_DIAGRAM_MIN_ITEMCNT" val="5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1,&quot;transparency&quot;:0.800000011920929},{&quot;brightness&quot;:0,&quot;colorType&quot;:1,&quot;foreColorIndex&quot;:5,&quot;pos&quot;:0.18000000715255737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48_4*m_h_a*1_3_1"/>
  <p:tag name="KSO_WM_TEMPLATE_CATEGORY" val="diagram"/>
  <p:tag name="KSO_WM_TEMPLATE_INDEX" val="404930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DIAGRAM_GROUP_CODE" val="m1-1"/>
  <p:tag name="KSO_WM_UNIT_TYPE" val="m_h_a"/>
  <p:tag name="KSO_WM_UNIT_INDEX" val="1_3_1"/>
  <p:tag name="KSO_WM_UNIT_FILL_TYPE" val="3"/>
  <p:tag name="KSO_WM_UNIT_TEXT_FILL_FORE_SCHEMECOLOR_INDEX" val="1"/>
  <p:tag name="KSO_WM_UNIT_TEXT_FILL_TYPE" val="1"/>
  <p:tag name="KSO_WM_UNIT_PRESET_TEXT" val="添加小标题"/>
  <p:tag name="KSO_WM_UNIT_TEXT_TYPE" val="1"/>
  <p:tag name="KSO_WM_DIAGRAM_VIRTUALLY_FRAME" val="{&quot;height&quot;:85.87492431160044,&quot;left&quot;:40.27499999999999,&quot;top&quot;:412.05007874015735,&quot;width&quot;:442.15003937007896}"/>
  <p:tag name="KSO_WM_DIAGRAM_MAX_ITEMCNT" val="8"/>
  <p:tag name="KSO_WM_DIAGRAM_MIN_ITEMCNT" val="5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9100000262260437,&quot;transparency&quot;:0}],&quot;type&quot;:3},&quot;glow&quot;:{&quot;colorType&quot;:0},&quot;line&quot;:{&quot;type&quot;:0},&quot;shadow&quot;:{&quot;brightness&quot;:-0.25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48_4*m_h_i*1_3_1"/>
  <p:tag name="KSO_WM_TEMPLATE_CATEGORY" val="diagram"/>
  <p:tag name="KSO_WM_TEMPLATE_INDEX" val="404930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3_1"/>
  <p:tag name="KSO_WM_DIAGRAM_VIRTUALLY_FRAME" val="{&quot;height&quot;:85.87492431160044,&quot;left&quot;:40.27499999999999,&quot;top&quot;:412.05007874015735,&quot;width&quot;:442.15003937007896}"/>
  <p:tag name="KSO_WM_DIAGRAM_MAX_ITEMCNT" val="8"/>
  <p:tag name="KSO_WM_DIAGRAM_MIN_ITEMCNT" val="5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1,&quot;transparency&quot;:0.800000011920929},{&quot;brightness&quot;:0,&quot;colorType&quot;:1,&quot;foreColorIndex&quot;:5,&quot;pos&quot;:0.18000000715255737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48_4*m_h_i*1_3_2"/>
  <p:tag name="KSO_WM_TEMPLATE_CATEGORY" val="diagram"/>
  <p:tag name="KSO_WM_TEMPLATE_INDEX" val="404930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3_2"/>
  <p:tag name="KSO_WM_DIAGRAM_VIRTUALLY_FRAME" val="{&quot;height&quot;:85.87492431160044,&quot;left&quot;:40.27499999999999,&quot;top&quot;:412.05007874015735,&quot;width&quot;:442.15003937007896}"/>
  <p:tag name="KSO_WM_DIAGRAM_MAX_ITEMCNT" val="8"/>
  <p:tag name="KSO_WM_DIAGRAM_MIN_ITEMCNT" val="5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1,&quot;transparency&quot;:0.800000011920929},{&quot;brightness&quot;:0,&quot;colorType&quot;:1,&quot;foreColorIndex&quot;:5,&quot;pos&quot;:0.18000000715255737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48_4*m_h_a*1_4_1"/>
  <p:tag name="KSO_WM_TEMPLATE_CATEGORY" val="diagram"/>
  <p:tag name="KSO_WM_TEMPLATE_INDEX" val="404930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DIAGRAM_GROUP_CODE" val="m1-1"/>
  <p:tag name="KSO_WM_UNIT_TYPE" val="m_h_a"/>
  <p:tag name="KSO_WM_UNIT_INDEX" val="1_4_1"/>
  <p:tag name="KSO_WM_UNIT_FILL_TYPE" val="3"/>
  <p:tag name="KSO_WM_UNIT_TEXT_FILL_FORE_SCHEMECOLOR_INDEX" val="1"/>
  <p:tag name="KSO_WM_UNIT_TEXT_FILL_TYPE" val="1"/>
  <p:tag name="KSO_WM_UNIT_PRESET_TEXT" val="单击加小标题"/>
  <p:tag name="KSO_WM_UNIT_TEXT_TYPE" val="1"/>
  <p:tag name="KSO_WM_DIAGRAM_VIRTUALLY_FRAME" val="{&quot;height&quot;:85.87492431160044,&quot;left&quot;:40.27499999999999,&quot;top&quot;:412.05007874015735,&quot;width&quot;:442.15003937007896}"/>
  <p:tag name="KSO_WM_DIAGRAM_MAX_ITEMCNT" val="8"/>
  <p:tag name="KSO_WM_DIAGRAM_MIN_ITEMCNT" val="5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9100000262260437,&quot;transparency&quot;:0}],&quot;type&quot;:3},&quot;glow&quot;:{&quot;colorType&quot;:0},&quot;line&quot;:{&quot;type&quot;:0},&quot;shadow&quot;:{&quot;brightness&quot;:-0.25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48_4*m_h_i*1_4_1"/>
  <p:tag name="KSO_WM_TEMPLATE_CATEGORY" val="diagram"/>
  <p:tag name="KSO_WM_TEMPLATE_INDEX" val="404930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4_1"/>
  <p:tag name="KSO_WM_DIAGRAM_VIRTUALLY_FRAME" val="{&quot;height&quot;:85.87492431160044,&quot;left&quot;:40.27499999999999,&quot;top&quot;:412.05007874015735,&quot;width&quot;:442.15003937007896}"/>
  <p:tag name="KSO_WM_DIAGRAM_MAX_ITEMCNT" val="8"/>
  <p:tag name="KSO_WM_DIAGRAM_MIN_ITEMCNT" val="5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1,&quot;transparency&quot;:0.800000011920929},{&quot;brightness&quot;:0,&quot;colorType&quot;:1,&quot;foreColorIndex&quot;:5,&quot;pos&quot;:0.18000000715255737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48_4*m_h_i*1_4_2"/>
  <p:tag name="KSO_WM_TEMPLATE_CATEGORY" val="diagram"/>
  <p:tag name="KSO_WM_TEMPLATE_INDEX" val="404930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4_2"/>
  <p:tag name="KSO_WM_DIAGRAM_VIRTUALLY_FRAME" val="{&quot;height&quot;:85.87492431160044,&quot;left&quot;:40.27499999999999,&quot;top&quot;:412.05007874015735,&quot;width&quot;:442.15003937007896}"/>
  <p:tag name="KSO_WM_DIAGRAM_MAX_ITEMCNT" val="8"/>
  <p:tag name="KSO_WM_DIAGRAM_MIN_ITEMCNT" val="5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1,&quot;transparency&quot;:0.800000011920929},{&quot;brightness&quot;:0,&quot;colorType&quot;:1,&quot;foreColorIndex&quot;:5,&quot;pos&quot;:0.18000000715255737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48_4*m_h_i*1_2_3"/>
  <p:tag name="KSO_WM_TEMPLATE_CATEGORY" val="diagram"/>
  <p:tag name="KSO_WM_TEMPLATE_INDEX" val="404930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2_3"/>
  <p:tag name="KSO_WM_UNIT_FILL_TYPE" val="3"/>
  <p:tag name="KSO_WM_UNIT_TEXT_FILL_FORE_SCHEMECOLOR_INDEX" val="1"/>
  <p:tag name="KSO_WM_UNIT_TEXT_FILL_TYPE" val="1"/>
  <p:tag name="KSO_WM_DIAGRAM_VIRTUALLY_FRAME" val="{&quot;height&quot;:85.87492431160044,&quot;left&quot;:40.27499999999999,&quot;top&quot;:412.05007874015735,&quot;width&quot;:442.15003937007896}"/>
  <p:tag name="KSO_WM_DIAGRAM_MAX_ITEMCNT" val="8"/>
  <p:tag name="KSO_WM_DIAGRAM_MIN_ITEMCNT" val="5"/>
  <p:tag name="KSO_WM_DIAGRAM_COLOR_MATCH_VALUE" val="{&quot;shape&quot;:{&quot;fill&quot;:{&quot;gradient&quot;:[{&quot;brightness&quot;:0.4000000059604645,&quot;colorType&quot;:1,&quot;foreColorIndex&quot;:5,&quot;pos&quot;:0,&quot;transparency&quot;:0.3700000047683716},{&quot;brightness&quot;:0,&quot;colorType&quot;:1,&quot;foreColorIndex&quot;:5,&quot;pos&quot;:0.9800000190734863,&quot;transparency&quot;:0}],&quot;type&quot;:3},&quot;glow&quot;:{&quot;colorType&quot;:0},&quot;line&quot;:{&quot;type&quot;:0},&quot;shadow&quot;:{&quot;brightness&quot;:-0.25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48_4*m_h_i*1_2_4"/>
  <p:tag name="KSO_WM_TEMPLATE_CATEGORY" val="diagram"/>
  <p:tag name="KSO_WM_TEMPLATE_INDEX" val="404930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2_4"/>
  <p:tag name="KSO_WM_UNIT_FILL_TYPE" val="3"/>
  <p:tag name="KSO_WM_UNIT_TEXT_FILL_FORE_SCHEMECOLOR_INDEX" val="1"/>
  <p:tag name="KSO_WM_UNIT_TEXT_FILL_TYPE" val="1"/>
  <p:tag name="KSO_WM_DIAGRAM_VIRTUALLY_FRAME" val="{&quot;height&quot;:85.87492431160044,&quot;left&quot;:40.27499999999999,&quot;top&quot;:412.05007874015735,&quot;width&quot;:442.15003937007896}"/>
  <p:tag name="KSO_WM_DIAGRAM_MAX_ITEMCNT" val="8"/>
  <p:tag name="KSO_WM_DIAGRAM_MIN_ITEMCNT" val="5"/>
  <p:tag name="KSO_WM_DIAGRAM_COLOR_MATCH_VALUE" val="{&quot;shape&quot;:{&quot;fill&quot;:{&quot;gradient&quot;:[{&quot;brightness&quot;:0.4000000059604645,&quot;colorType&quot;:1,&quot;foreColorIndex&quot;:5,&quot;pos&quot;:0,&quot;transparency&quot;:0.3700000047683716},{&quot;brightness&quot;:0,&quot;colorType&quot;:1,&quot;foreColorIndex&quot;:5,&quot;pos&quot;:0.9800000190734863,&quot;transparency&quot;:0}],&quot;type&quot;:3},&quot;glow&quot;:{&quot;colorType&quot;:0},&quot;line&quot;:{&quot;type&quot;:0},&quot;shadow&quot;:{&quot;brightness&quot;:-0.25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48_4*m_h_i*1_3_3"/>
  <p:tag name="KSO_WM_TEMPLATE_CATEGORY" val="diagram"/>
  <p:tag name="KSO_WM_TEMPLATE_INDEX" val="404930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3_3"/>
  <p:tag name="KSO_WM_UNIT_FILL_TYPE" val="3"/>
  <p:tag name="KSO_WM_UNIT_TEXT_FILL_FORE_SCHEMECOLOR_INDEX" val="1"/>
  <p:tag name="KSO_WM_UNIT_TEXT_FILL_TYPE" val="1"/>
  <p:tag name="KSO_WM_DIAGRAM_VIRTUALLY_FRAME" val="{&quot;height&quot;:85.87492431160044,&quot;left&quot;:40.27499999999999,&quot;top&quot;:412.05007874015735,&quot;width&quot;:442.15003937007896}"/>
  <p:tag name="KSO_WM_DIAGRAM_MAX_ITEMCNT" val="8"/>
  <p:tag name="KSO_WM_DIAGRAM_MIN_ITEMCNT" val="5"/>
  <p:tag name="KSO_WM_DIAGRAM_COLOR_MATCH_VALUE" val="{&quot;shape&quot;:{&quot;fill&quot;:{&quot;gradient&quot;:[{&quot;brightness&quot;:0.4000000059604645,&quot;colorType&quot;:1,&quot;foreColorIndex&quot;:5,&quot;pos&quot;:0,&quot;transparency&quot;:0.3700000047683716},{&quot;brightness&quot;:0,&quot;colorType&quot;:1,&quot;foreColorIndex&quot;:5,&quot;pos&quot;:0.9800000190734863,&quot;transparency&quot;:0}],&quot;type&quot;:3},&quot;glow&quot;:{&quot;colorType&quot;:0},&quot;line&quot;:{&quot;type&quot;:0},&quot;shadow&quot;:{&quot;brightness&quot;:-0.25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48_4*m_h_i*1_3_4"/>
  <p:tag name="KSO_WM_TEMPLATE_CATEGORY" val="diagram"/>
  <p:tag name="KSO_WM_TEMPLATE_INDEX" val="404930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3_4"/>
  <p:tag name="KSO_WM_UNIT_FILL_TYPE" val="3"/>
  <p:tag name="KSO_WM_UNIT_TEXT_FILL_FORE_SCHEMECOLOR_INDEX" val="1"/>
  <p:tag name="KSO_WM_UNIT_TEXT_FILL_TYPE" val="1"/>
  <p:tag name="KSO_WM_DIAGRAM_VIRTUALLY_FRAME" val="{&quot;height&quot;:85.87492431160044,&quot;left&quot;:40.27499999999999,&quot;top&quot;:412.05007874015735,&quot;width&quot;:442.15003937007896}"/>
  <p:tag name="KSO_WM_DIAGRAM_MAX_ITEMCNT" val="8"/>
  <p:tag name="KSO_WM_DIAGRAM_MIN_ITEMCNT" val="5"/>
  <p:tag name="KSO_WM_DIAGRAM_COLOR_MATCH_VALUE" val="{&quot;shape&quot;:{&quot;fill&quot;:{&quot;gradient&quot;:[{&quot;brightness&quot;:0.4000000059604645,&quot;colorType&quot;:1,&quot;foreColorIndex&quot;:5,&quot;pos&quot;:0,&quot;transparency&quot;:0.3700000047683716},{&quot;brightness&quot;:0,&quot;colorType&quot;:1,&quot;foreColorIndex&quot;:5,&quot;pos&quot;:0.9800000190734863,&quot;transparency&quot;:0}],&quot;type&quot;:3},&quot;glow&quot;:{&quot;colorType&quot;:0},&quot;line&quot;:{&quot;type&quot;:0},&quot;shadow&quot;:{&quot;brightness&quot;:-0.25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48_4*m_h_i*1_4_3"/>
  <p:tag name="KSO_WM_TEMPLATE_CATEGORY" val="diagram"/>
  <p:tag name="KSO_WM_TEMPLATE_INDEX" val="404930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4_3"/>
  <p:tag name="KSO_WM_UNIT_FILL_TYPE" val="3"/>
  <p:tag name="KSO_WM_UNIT_TEXT_FILL_FORE_SCHEMECOLOR_INDEX" val="1"/>
  <p:tag name="KSO_WM_UNIT_TEXT_FILL_TYPE" val="1"/>
  <p:tag name="KSO_WM_DIAGRAM_VIRTUALLY_FRAME" val="{&quot;height&quot;:85.87492431160044,&quot;left&quot;:40.27499999999999,&quot;top&quot;:412.05007874015735,&quot;width&quot;:442.15003937007896}"/>
  <p:tag name="KSO_WM_DIAGRAM_MAX_ITEMCNT" val="8"/>
  <p:tag name="KSO_WM_DIAGRAM_MIN_ITEMCNT" val="5"/>
  <p:tag name="KSO_WM_DIAGRAM_COLOR_MATCH_VALUE" val="{&quot;shape&quot;:{&quot;fill&quot;:{&quot;gradient&quot;:[{&quot;brightness&quot;:0.4000000059604645,&quot;colorType&quot;:1,&quot;foreColorIndex&quot;:5,&quot;pos&quot;:0,&quot;transparency&quot;:0.3700000047683716},{&quot;brightness&quot;:0,&quot;colorType&quot;:1,&quot;foreColorIndex&quot;:5,&quot;pos&quot;:0.9800000190734863,&quot;transparency&quot;:0}],&quot;type&quot;:3},&quot;glow&quot;:{&quot;colorType&quot;:0},&quot;line&quot;:{&quot;type&quot;:0},&quot;shadow&quot;:{&quot;brightness&quot;:-0.25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48_4*m_h_i*1_4_4"/>
  <p:tag name="KSO_WM_TEMPLATE_CATEGORY" val="diagram"/>
  <p:tag name="KSO_WM_TEMPLATE_INDEX" val="4049304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4_4"/>
  <p:tag name="KSO_WM_UNIT_FILL_TYPE" val="3"/>
  <p:tag name="KSO_WM_UNIT_TEXT_FILL_FORE_SCHEMECOLOR_INDEX" val="1"/>
  <p:tag name="KSO_WM_UNIT_TEXT_FILL_TYPE" val="1"/>
  <p:tag name="KSO_WM_DIAGRAM_VIRTUALLY_FRAME" val="{&quot;height&quot;:85.87492431160044,&quot;left&quot;:40.27499999999999,&quot;top&quot;:412.05007874015735,&quot;width&quot;:442.15003937007896}"/>
  <p:tag name="KSO_WM_DIAGRAM_MAX_ITEMCNT" val="8"/>
  <p:tag name="KSO_WM_DIAGRAM_MIN_ITEMCNT" val="5"/>
  <p:tag name="KSO_WM_DIAGRAM_COLOR_MATCH_VALUE" val="{&quot;shape&quot;:{&quot;fill&quot;:{&quot;gradient&quot;:[{&quot;brightness&quot;:0.4000000059604645,&quot;colorType&quot;:1,&quot;foreColorIndex&quot;:5,&quot;pos&quot;:0,&quot;transparency&quot;:0.3700000047683716},{&quot;brightness&quot;:0,&quot;colorType&quot;:1,&quot;foreColorIndex&quot;:5,&quot;pos&quot;:0.9800000190734863,&quot;transparency&quot;:0}],&quot;type&quot;:3},&quot;glow&quot;:{&quot;colorType&quot;:0},&quot;line&quot;:{&quot;type&quot;:0},&quot;shadow&quot;:{&quot;brightness&quot;:-0.25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48_4*m_h_a*1_3_1"/>
  <p:tag name="KSO_WM_TEMPLATE_CATEGORY" val="diagram"/>
  <p:tag name="KSO_WM_TEMPLATE_INDEX" val="4049304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DIAGRAM_GROUP_CODE" val="m1-1"/>
  <p:tag name="KSO_WM_UNIT_TYPE" val="m_h_a"/>
  <p:tag name="KSO_WM_UNIT_INDEX" val="1_3_1"/>
  <p:tag name="KSO_WM_UNIT_FILL_TYPE" val="3"/>
  <p:tag name="KSO_WM_UNIT_TEXT_FILL_FORE_SCHEMECOLOR_INDEX" val="1"/>
  <p:tag name="KSO_WM_UNIT_TEXT_FILL_TYPE" val="1"/>
  <p:tag name="KSO_WM_UNIT_PRESET_TEXT" val="添加小标题"/>
  <p:tag name="KSO_WM_UNIT_TEXT_TYPE" val="1"/>
  <p:tag name="KSO_WM_DIAGRAM_VIRTUALLY_FRAME" val="{&quot;height&quot;:85.87492431160044,&quot;left&quot;:40.27499999999999,&quot;top&quot;:412.05007874015735,&quot;width&quot;:442.15003937007896}"/>
  <p:tag name="KSO_WM_DIAGRAM_MAX_ITEMCNT" val="8"/>
  <p:tag name="KSO_WM_DIAGRAM_MIN_ITEMCNT" val="5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9100000262260437,&quot;transparency&quot;:0}],&quot;type&quot;:3},&quot;glow&quot;:{&quot;colorType&quot;:0},&quot;line&quot;:{&quot;type&quot;:0},&quot;shadow&quot;:{&quot;brightness&quot;:-0.25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48_4*m_h_i*1_3_1"/>
  <p:tag name="KSO_WM_TEMPLATE_CATEGORY" val="diagram"/>
  <p:tag name="KSO_WM_TEMPLATE_INDEX" val="4049304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3_1"/>
  <p:tag name="KSO_WM_DIAGRAM_VIRTUALLY_FRAME" val="{&quot;height&quot;:85.87492431160044,&quot;left&quot;:40.27499999999999,&quot;top&quot;:412.05007874015735,&quot;width&quot;:442.15003937007896}"/>
  <p:tag name="KSO_WM_DIAGRAM_MAX_ITEMCNT" val="8"/>
  <p:tag name="KSO_WM_DIAGRAM_MIN_ITEMCNT" val="5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1,&quot;transparency&quot;:0.800000011920929},{&quot;brightness&quot;:0,&quot;colorType&quot;:1,&quot;foreColorIndex&quot;:5,&quot;pos&quot;:0.18000000715255737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48_4*m_h_i*1_4_3"/>
  <p:tag name="KSO_WM_TEMPLATE_CATEGORY" val="diagram"/>
  <p:tag name="KSO_WM_TEMPLATE_INDEX" val="4049304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4_3"/>
  <p:tag name="KSO_WM_UNIT_FILL_TYPE" val="3"/>
  <p:tag name="KSO_WM_UNIT_TEXT_FILL_FORE_SCHEMECOLOR_INDEX" val="1"/>
  <p:tag name="KSO_WM_UNIT_TEXT_FILL_TYPE" val="1"/>
  <p:tag name="KSO_WM_DIAGRAM_VIRTUALLY_FRAME" val="{&quot;height&quot;:85.87492431160044,&quot;left&quot;:40.27499999999999,&quot;top&quot;:412.05007874015735,&quot;width&quot;:442.15003937007896}"/>
  <p:tag name="KSO_WM_DIAGRAM_MAX_ITEMCNT" val="8"/>
  <p:tag name="KSO_WM_DIAGRAM_MIN_ITEMCNT" val="5"/>
  <p:tag name="KSO_WM_DIAGRAM_COLOR_MATCH_VALUE" val="{&quot;shape&quot;:{&quot;fill&quot;:{&quot;gradient&quot;:[{&quot;brightness&quot;:0.4000000059604645,&quot;colorType&quot;:1,&quot;foreColorIndex&quot;:5,&quot;pos&quot;:0,&quot;transparency&quot;:0.3700000047683716},{&quot;brightness&quot;:0,&quot;colorType&quot;:1,&quot;foreColorIndex&quot;:5,&quot;pos&quot;:0.9800000190734863,&quot;transparency&quot;:0}],&quot;type&quot;:3},&quot;glow&quot;:{&quot;colorType&quot;:0},&quot;line&quot;:{&quot;type&quot;:0},&quot;shadow&quot;:{&quot;brightness&quot;:-0.25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48_4*m_h_i*1_4_3"/>
  <p:tag name="KSO_WM_TEMPLATE_CATEGORY" val="diagram"/>
  <p:tag name="KSO_WM_TEMPLATE_INDEX" val="4049304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4_3"/>
  <p:tag name="KSO_WM_UNIT_FILL_TYPE" val="3"/>
  <p:tag name="KSO_WM_UNIT_TEXT_FILL_FORE_SCHEMECOLOR_INDEX" val="1"/>
  <p:tag name="KSO_WM_UNIT_TEXT_FILL_TYPE" val="1"/>
  <p:tag name="KSO_WM_DIAGRAM_VIRTUALLY_FRAME" val="{&quot;height&quot;:85.87492431160044,&quot;left&quot;:40.27499999999999,&quot;top&quot;:412.05007874015735,&quot;width&quot;:442.15003937007896}"/>
  <p:tag name="KSO_WM_DIAGRAM_MAX_ITEMCNT" val="8"/>
  <p:tag name="KSO_WM_DIAGRAM_MIN_ITEMCNT" val="5"/>
  <p:tag name="KSO_WM_DIAGRAM_COLOR_MATCH_VALUE" val="{&quot;shape&quot;:{&quot;fill&quot;:{&quot;gradient&quot;:[{&quot;brightness&quot;:0.4000000059604645,&quot;colorType&quot;:1,&quot;foreColorIndex&quot;:5,&quot;pos&quot;:0,&quot;transparency&quot;:0.3700000047683716},{&quot;brightness&quot;:0,&quot;colorType&quot;:1,&quot;foreColorIndex&quot;:5,&quot;pos&quot;:0.9800000190734863,&quot;transparency&quot;:0}],&quot;type&quot;:3},&quot;glow&quot;:{&quot;colorType&quot;:0},&quot;line&quot;:{&quot;type&quot;:0},&quot;shadow&quot;:{&quot;brightness&quot;:-0.25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48_4*m_h_i*1_4_3"/>
  <p:tag name="KSO_WM_TEMPLATE_CATEGORY" val="diagram"/>
  <p:tag name="KSO_WM_TEMPLATE_INDEX" val="4049304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4_3"/>
  <p:tag name="KSO_WM_UNIT_FILL_TYPE" val="3"/>
  <p:tag name="KSO_WM_UNIT_TEXT_FILL_FORE_SCHEMECOLOR_INDEX" val="1"/>
  <p:tag name="KSO_WM_UNIT_TEXT_FILL_TYPE" val="1"/>
  <p:tag name="KSO_WM_DIAGRAM_VIRTUALLY_FRAME" val="{&quot;height&quot;:85.87492431160044,&quot;left&quot;:40.27499999999999,&quot;top&quot;:412.05007874015735,&quot;width&quot;:442.15003937007896}"/>
  <p:tag name="KSO_WM_DIAGRAM_MAX_ITEMCNT" val="8"/>
  <p:tag name="KSO_WM_DIAGRAM_MIN_ITEMCNT" val="5"/>
  <p:tag name="KSO_WM_DIAGRAM_COLOR_MATCH_VALUE" val="{&quot;shape&quot;:{&quot;fill&quot;:{&quot;gradient&quot;:[{&quot;brightness&quot;:0.4000000059604645,&quot;colorType&quot;:1,&quot;foreColorIndex&quot;:5,&quot;pos&quot;:0,&quot;transparency&quot;:0.3700000047683716},{&quot;brightness&quot;:0,&quot;colorType&quot;:1,&quot;foreColorIndex&quot;:5,&quot;pos&quot;:0.9800000190734863,&quot;transparency&quot;:0}],&quot;type&quot;:3},&quot;glow&quot;:{&quot;colorType&quot;:0},&quot;line&quot;:{&quot;type&quot;:0},&quot;shadow&quot;:{&quot;brightness&quot;:-0.25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48_4*m_h_i*1_4_3"/>
  <p:tag name="KSO_WM_TEMPLATE_CATEGORY" val="diagram"/>
  <p:tag name="KSO_WM_TEMPLATE_INDEX" val="4049304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4_3"/>
  <p:tag name="KSO_WM_UNIT_FILL_TYPE" val="3"/>
  <p:tag name="KSO_WM_UNIT_TEXT_FILL_FORE_SCHEMECOLOR_INDEX" val="1"/>
  <p:tag name="KSO_WM_UNIT_TEXT_FILL_TYPE" val="1"/>
  <p:tag name="KSO_WM_DIAGRAM_VIRTUALLY_FRAME" val="{&quot;height&quot;:85.87492431160044,&quot;left&quot;:40.27499999999999,&quot;top&quot;:412.05007874015735,&quot;width&quot;:442.15003937007896}"/>
  <p:tag name="KSO_WM_DIAGRAM_MAX_ITEMCNT" val="8"/>
  <p:tag name="KSO_WM_DIAGRAM_MIN_ITEMCNT" val="5"/>
  <p:tag name="KSO_WM_DIAGRAM_COLOR_MATCH_VALUE" val="{&quot;shape&quot;:{&quot;fill&quot;:{&quot;gradient&quot;:[{&quot;brightness&quot;:0.4000000059604645,&quot;colorType&quot;:1,&quot;foreColorIndex&quot;:5,&quot;pos&quot;:0,&quot;transparency&quot;:0.3700000047683716},{&quot;brightness&quot;:0,&quot;colorType&quot;:1,&quot;foreColorIndex&quot;:5,&quot;pos&quot;:0.9800000190734863,&quot;transparency&quot;:0}],&quot;type&quot;:3},&quot;glow&quot;:{&quot;colorType&quot;:0},&quot;line&quot;:{&quot;type&quot;:0},&quot;shadow&quot;:{&quot;brightness&quot;:-0.25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48_4*m_h_i*1_4_1"/>
  <p:tag name="KSO_WM_TEMPLATE_CATEGORY" val="diagram"/>
  <p:tag name="KSO_WM_TEMPLATE_INDEX" val="4049304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4_1"/>
  <p:tag name="KSO_WM_DIAGRAM_VIRTUALLY_FRAME" val="{&quot;height&quot;:85.87492431160044,&quot;left&quot;:40.27499999999999,&quot;top&quot;:412.05007874015735,&quot;width&quot;:442.15003937007896}"/>
  <p:tag name="KSO_WM_DIAGRAM_MAX_ITEMCNT" val="8"/>
  <p:tag name="KSO_WM_DIAGRAM_MIN_ITEMCNT" val="5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1,&quot;transparency&quot;:0.800000011920929},{&quot;brightness&quot;:0,&quot;colorType&quot;:1,&quot;foreColorIndex&quot;:5,&quot;pos&quot;:0.18000000715255737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48_4*m_h_a*1_4_1"/>
  <p:tag name="KSO_WM_TEMPLATE_CATEGORY" val="diagram"/>
  <p:tag name="KSO_WM_TEMPLATE_INDEX" val="4049304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DIAGRAM_GROUP_CODE" val="m1-1"/>
  <p:tag name="KSO_WM_UNIT_TYPE" val="m_h_a"/>
  <p:tag name="KSO_WM_UNIT_INDEX" val="1_4_1"/>
  <p:tag name="KSO_WM_UNIT_FILL_TYPE" val="3"/>
  <p:tag name="KSO_WM_UNIT_TEXT_FILL_FORE_SCHEMECOLOR_INDEX" val="1"/>
  <p:tag name="KSO_WM_UNIT_TEXT_FILL_TYPE" val="1"/>
  <p:tag name="KSO_WM_UNIT_PRESET_TEXT" val="单击加小标题"/>
  <p:tag name="KSO_WM_UNIT_TEXT_TYPE" val="1"/>
  <p:tag name="KSO_WM_DIAGRAM_VIRTUALLY_FRAME" val="{&quot;height&quot;:85.87492431160044,&quot;left&quot;:40.27499999999999,&quot;top&quot;:412.05007874015735,&quot;width&quot;:442.15003937007896}"/>
  <p:tag name="KSO_WM_DIAGRAM_MAX_ITEMCNT" val="8"/>
  <p:tag name="KSO_WM_DIAGRAM_MIN_ITEMCNT" val="5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9100000262260437,&quot;transparency&quot;:0}],&quot;type&quot;:3},&quot;glow&quot;:{&quot;colorType&quot;:0},&quot;line&quot;:{&quot;type&quot;:0},&quot;shadow&quot;:{&quot;brightness&quot;:-0.25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48_4*m_h_i*1_4_1"/>
  <p:tag name="KSO_WM_TEMPLATE_CATEGORY" val="diagram"/>
  <p:tag name="KSO_WM_TEMPLATE_INDEX" val="4049304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4_1"/>
  <p:tag name="KSO_WM_DIAGRAM_VIRTUALLY_FRAME" val="{&quot;height&quot;:85.87492431160044,&quot;left&quot;:40.27499999999999,&quot;top&quot;:412.05007874015735,&quot;width&quot;:442.15003937007896}"/>
  <p:tag name="KSO_WM_DIAGRAM_MAX_ITEMCNT" val="8"/>
  <p:tag name="KSO_WM_DIAGRAM_MIN_ITEMCNT" val="5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1,&quot;transparency&quot;:0.800000011920929},{&quot;brightness&quot;:0,&quot;colorType&quot;:1,&quot;foreColorIndex&quot;:5,&quot;pos&quot;:0.18000000715255737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48_4*m_h_i*1_4_2"/>
  <p:tag name="KSO_WM_TEMPLATE_CATEGORY" val="diagram"/>
  <p:tag name="KSO_WM_TEMPLATE_INDEX" val="4049304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4_2"/>
  <p:tag name="KSO_WM_DIAGRAM_VIRTUALLY_FRAME" val="{&quot;height&quot;:85.87492431160044,&quot;left&quot;:40.27499999999999,&quot;top&quot;:412.05007874015735,&quot;width&quot;:442.15003937007896}"/>
  <p:tag name="KSO_WM_DIAGRAM_MAX_ITEMCNT" val="8"/>
  <p:tag name="KSO_WM_DIAGRAM_MIN_ITEMCNT" val="5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1,&quot;transparency&quot;:0.800000011920929},{&quot;brightness&quot;:0,&quot;colorType&quot;:1,&quot;foreColorIndex&quot;:5,&quot;pos&quot;:0.18000000715255737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48_4*m_h_i*1_4_1"/>
  <p:tag name="KSO_WM_TEMPLATE_CATEGORY" val="diagram"/>
  <p:tag name="KSO_WM_TEMPLATE_INDEX" val="4049304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4_1"/>
  <p:tag name="KSO_WM_DIAGRAM_VIRTUALLY_FRAME" val="{&quot;height&quot;:85.87492431160044,&quot;left&quot;:40.27499999999999,&quot;top&quot;:412.05007874015735,&quot;width&quot;:442.15003937007896}"/>
  <p:tag name="KSO_WM_DIAGRAM_MAX_ITEMCNT" val="8"/>
  <p:tag name="KSO_WM_DIAGRAM_MIN_ITEMCNT" val="5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1,&quot;transparency&quot;:0.800000011920929},{&quot;brightness&quot;:0,&quot;colorType&quot;:1,&quot;foreColorIndex&quot;:5,&quot;pos&quot;:0.18000000715255737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48_4*m_h_i*1_4_3"/>
  <p:tag name="KSO_WM_TEMPLATE_CATEGORY" val="diagram"/>
  <p:tag name="KSO_WM_TEMPLATE_INDEX" val="4049304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4_3"/>
  <p:tag name="KSO_WM_UNIT_FILL_TYPE" val="3"/>
  <p:tag name="KSO_WM_UNIT_TEXT_FILL_FORE_SCHEMECOLOR_INDEX" val="1"/>
  <p:tag name="KSO_WM_UNIT_TEXT_FILL_TYPE" val="1"/>
  <p:tag name="KSO_WM_DIAGRAM_VIRTUALLY_FRAME" val="{&quot;height&quot;:85.87492431160044,&quot;left&quot;:40.27499999999999,&quot;top&quot;:412.05007874015735,&quot;width&quot;:442.15003937007896}"/>
  <p:tag name="KSO_WM_DIAGRAM_MAX_ITEMCNT" val="8"/>
  <p:tag name="KSO_WM_DIAGRAM_MIN_ITEMCNT" val="5"/>
  <p:tag name="KSO_WM_DIAGRAM_COLOR_MATCH_VALUE" val="{&quot;shape&quot;:{&quot;fill&quot;:{&quot;gradient&quot;:[{&quot;brightness&quot;:0.4000000059604645,&quot;colorType&quot;:1,&quot;foreColorIndex&quot;:5,&quot;pos&quot;:0,&quot;transparency&quot;:0.3700000047683716},{&quot;brightness&quot;:0,&quot;colorType&quot;:1,&quot;foreColorIndex&quot;:5,&quot;pos&quot;:0.9800000190734863,&quot;transparency&quot;:0}],&quot;type&quot;:3},&quot;glow&quot;:{&quot;colorType&quot;:0},&quot;line&quot;:{&quot;type&quot;:0},&quot;shadow&quot;:{&quot;brightness&quot;:-0.25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48_4*m_h_i*1_4_3"/>
  <p:tag name="KSO_WM_TEMPLATE_CATEGORY" val="diagram"/>
  <p:tag name="KSO_WM_TEMPLATE_INDEX" val="4049304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4_3"/>
  <p:tag name="KSO_WM_UNIT_FILL_TYPE" val="3"/>
  <p:tag name="KSO_WM_UNIT_TEXT_FILL_FORE_SCHEMECOLOR_INDEX" val="1"/>
  <p:tag name="KSO_WM_UNIT_TEXT_FILL_TYPE" val="1"/>
  <p:tag name="KSO_WM_DIAGRAM_VIRTUALLY_FRAME" val="{&quot;height&quot;:85.87492431160044,&quot;left&quot;:40.27499999999999,&quot;top&quot;:412.05007874015735,&quot;width&quot;:442.15003937007896}"/>
  <p:tag name="KSO_WM_DIAGRAM_MAX_ITEMCNT" val="8"/>
  <p:tag name="KSO_WM_DIAGRAM_MIN_ITEMCNT" val="5"/>
  <p:tag name="KSO_WM_DIAGRAM_COLOR_MATCH_VALUE" val="{&quot;shape&quot;:{&quot;fill&quot;:{&quot;gradient&quot;:[{&quot;brightness&quot;:0.4000000059604645,&quot;colorType&quot;:1,&quot;foreColorIndex&quot;:5,&quot;pos&quot;:0,&quot;transparency&quot;:0.3700000047683716},{&quot;brightness&quot;:0,&quot;colorType&quot;:1,&quot;foreColorIndex&quot;:5,&quot;pos&quot;:0.9800000190734863,&quot;transparency&quot;:0}],&quot;type&quot;:3},&quot;glow&quot;:{&quot;colorType&quot;:0},&quot;line&quot;:{&quot;type&quot;:0},&quot;shadow&quot;:{&quot;brightness&quot;:-0.25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48_4*m_h_a*1_4_1"/>
  <p:tag name="KSO_WM_TEMPLATE_CATEGORY" val="diagram"/>
  <p:tag name="KSO_WM_TEMPLATE_INDEX" val="4049304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DIAGRAM_GROUP_CODE" val="m1-1"/>
  <p:tag name="KSO_WM_UNIT_TYPE" val="m_h_a"/>
  <p:tag name="KSO_WM_UNIT_INDEX" val="1_4_1"/>
  <p:tag name="KSO_WM_UNIT_FILL_TYPE" val="3"/>
  <p:tag name="KSO_WM_UNIT_TEXT_FILL_FORE_SCHEMECOLOR_INDEX" val="1"/>
  <p:tag name="KSO_WM_UNIT_TEXT_FILL_TYPE" val="1"/>
  <p:tag name="KSO_WM_UNIT_PRESET_TEXT" val="单击加小标题"/>
  <p:tag name="KSO_WM_UNIT_TEXT_TYPE" val="1"/>
  <p:tag name="KSO_WM_DIAGRAM_VIRTUALLY_FRAME" val="{&quot;height&quot;:85.87492431160044,&quot;left&quot;:40.27499999999999,&quot;top&quot;:412.05007874015735,&quot;width&quot;:442.15003937007896}"/>
  <p:tag name="KSO_WM_DIAGRAM_MAX_ITEMCNT" val="8"/>
  <p:tag name="KSO_WM_DIAGRAM_MIN_ITEMCNT" val="5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9100000262260437,&quot;transparency&quot;:0}],&quot;type&quot;:3},&quot;glow&quot;:{&quot;colorType&quot;:0},&quot;line&quot;:{&quot;type&quot;:0},&quot;shadow&quot;:{&quot;brightness&quot;:-0.25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48_4*m_h_i*1_4_2"/>
  <p:tag name="KSO_WM_TEMPLATE_CATEGORY" val="diagram"/>
  <p:tag name="KSO_WM_TEMPLATE_INDEX" val="4049304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4_2"/>
  <p:tag name="KSO_WM_DIAGRAM_VIRTUALLY_FRAME" val="{&quot;height&quot;:85.87492431160044,&quot;left&quot;:40.27499999999999,&quot;top&quot;:412.05007874015735,&quot;width&quot;:442.15003937007896}"/>
  <p:tag name="KSO_WM_DIAGRAM_MAX_ITEMCNT" val="8"/>
  <p:tag name="KSO_WM_DIAGRAM_MIN_ITEMCNT" val="5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1,&quot;transparency&quot;:0.800000011920929},{&quot;brightness&quot;:0,&quot;colorType&quot;:1,&quot;foreColorIndex&quot;:5,&quot;pos&quot;:0.18000000715255737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48_4*m_h_i*1_4_3"/>
  <p:tag name="KSO_WM_TEMPLATE_CATEGORY" val="diagram"/>
  <p:tag name="KSO_WM_TEMPLATE_INDEX" val="4049304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4_3"/>
  <p:tag name="KSO_WM_UNIT_FILL_TYPE" val="3"/>
  <p:tag name="KSO_WM_UNIT_TEXT_FILL_FORE_SCHEMECOLOR_INDEX" val="1"/>
  <p:tag name="KSO_WM_UNIT_TEXT_FILL_TYPE" val="1"/>
  <p:tag name="KSO_WM_DIAGRAM_VIRTUALLY_FRAME" val="{&quot;height&quot;:85.87492431160044,&quot;left&quot;:40.27499999999999,&quot;top&quot;:412.05007874015735,&quot;width&quot;:442.15003937007896}"/>
  <p:tag name="KSO_WM_DIAGRAM_MAX_ITEMCNT" val="8"/>
  <p:tag name="KSO_WM_DIAGRAM_MIN_ITEMCNT" val="5"/>
  <p:tag name="KSO_WM_DIAGRAM_COLOR_MATCH_VALUE" val="{&quot;shape&quot;:{&quot;fill&quot;:{&quot;gradient&quot;:[{&quot;brightness&quot;:0.4000000059604645,&quot;colorType&quot;:1,&quot;foreColorIndex&quot;:5,&quot;pos&quot;:0,&quot;transparency&quot;:0.3700000047683716},{&quot;brightness&quot;:0,&quot;colorType&quot;:1,&quot;foreColorIndex&quot;:5,&quot;pos&quot;:0.9800000190734863,&quot;transparency&quot;:0}],&quot;type&quot;:3},&quot;glow&quot;:{&quot;colorType&quot;:0},&quot;line&quot;:{&quot;type&quot;:0},&quot;shadow&quot;:{&quot;brightness&quot;:-0.25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48_4*m_h_i*1_4_3"/>
  <p:tag name="KSO_WM_TEMPLATE_CATEGORY" val="diagram"/>
  <p:tag name="KSO_WM_TEMPLATE_INDEX" val="4049304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4_3"/>
  <p:tag name="KSO_WM_UNIT_FILL_TYPE" val="3"/>
  <p:tag name="KSO_WM_UNIT_TEXT_FILL_FORE_SCHEMECOLOR_INDEX" val="1"/>
  <p:tag name="KSO_WM_UNIT_TEXT_FILL_TYPE" val="1"/>
  <p:tag name="KSO_WM_DIAGRAM_VIRTUALLY_FRAME" val="{&quot;height&quot;:85.87492431160044,&quot;left&quot;:40.27499999999999,&quot;top&quot;:412.05007874015735,&quot;width&quot;:442.15003937007896}"/>
  <p:tag name="KSO_WM_DIAGRAM_MAX_ITEMCNT" val="8"/>
  <p:tag name="KSO_WM_DIAGRAM_MIN_ITEMCNT" val="5"/>
  <p:tag name="KSO_WM_DIAGRAM_COLOR_MATCH_VALUE" val="{&quot;shape&quot;:{&quot;fill&quot;:{&quot;gradient&quot;:[{&quot;brightness&quot;:0.4000000059604645,&quot;colorType&quot;:1,&quot;foreColorIndex&quot;:5,&quot;pos&quot;:0,&quot;transparency&quot;:0.3700000047683716},{&quot;brightness&quot;:0,&quot;colorType&quot;:1,&quot;foreColorIndex&quot;:5,&quot;pos&quot;:0.9800000190734863,&quot;transparency&quot;:0}],&quot;type&quot;:3},&quot;glow&quot;:{&quot;colorType&quot;:0},&quot;line&quot;:{&quot;type&quot;:0},&quot;shadow&quot;:{&quot;brightness&quot;:-0.25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48_4*m_h_a*1_4_1"/>
  <p:tag name="KSO_WM_TEMPLATE_CATEGORY" val="diagram"/>
  <p:tag name="KSO_WM_TEMPLATE_INDEX" val="4049304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DIAGRAM_GROUP_CODE" val="m1-1"/>
  <p:tag name="KSO_WM_UNIT_TYPE" val="m_h_a"/>
  <p:tag name="KSO_WM_UNIT_INDEX" val="1_4_1"/>
  <p:tag name="KSO_WM_UNIT_FILL_TYPE" val="3"/>
  <p:tag name="KSO_WM_UNIT_TEXT_FILL_FORE_SCHEMECOLOR_INDEX" val="1"/>
  <p:tag name="KSO_WM_UNIT_TEXT_FILL_TYPE" val="1"/>
  <p:tag name="KSO_WM_UNIT_PRESET_TEXT" val="单击加小标题"/>
  <p:tag name="KSO_WM_UNIT_TEXT_TYPE" val="1"/>
  <p:tag name="KSO_WM_DIAGRAM_VIRTUALLY_FRAME" val="{&quot;height&quot;:85.87492431160044,&quot;left&quot;:40.27499999999999,&quot;top&quot;:412.05007874015735,&quot;width&quot;:442.15003937007896}"/>
  <p:tag name="KSO_WM_DIAGRAM_MAX_ITEMCNT" val="8"/>
  <p:tag name="KSO_WM_DIAGRAM_MIN_ITEMCNT" val="5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9100000262260437,&quot;transparency&quot;:0}],&quot;type&quot;:3},&quot;glow&quot;:{&quot;colorType&quot;:0},&quot;line&quot;:{&quot;type&quot;:0},&quot;shadow&quot;:{&quot;brightness&quot;:-0.25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3_1"/>
  <p:tag name="KSO_WM_UNIT_ID" val="diagram20230945_2*n_h_h_f*1_2_3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DIAGRAM_MAX_ITEMCNT" val="4"/>
  <p:tag name="KSO_WM_DIAGRAM_MIN_ITEMCNT" val="2"/>
  <p:tag name="KSO_WM_DIAGRAM_VIRTUALLY_FRAME" val="{&quot;height&quot;:393.01868411344697,&quot;left&quot;:10.45,&quot;top&quot;:60.33131588655308,&quot;width&quot;:693.100078740157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TEXT_LAYER_COUNT" val="1"/>
  <p:tag name="KSO_WM_UNIT_PRESET_TEXT" val="单击此处输入你的智能图形项正文，文字是您思想的提炼，请尽量言简意赅的阐述观点。单击此处输入你的智能图形项正文，文字是您思想的提炼。单击此处输入你的智能图形项正文，文字是您思想的提炼。"/>
  <p:tag name="KSO_WM_UNIT_TEXT_FILL_FORE_SCHEMECOLOR_INDEX" val="1"/>
  <p:tag name="KSO_WM_UNIT_TEXT_FILL_TYPE" val="1"/>
  <p:tag name="KSO_WM_DIAGRAM_USE_COLOR_VALUE" val="{&quot;color_scheme&quot;:1,&quot;color_type&quot;:1,&quot;theme_color_indexes&quot;:[9,10,9,10,9,10]}"/>
</p:tagLst>
</file>

<file path=ppt/tags/tag32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3_1"/>
  <p:tag name="KSO_WM_UNIT_ID" val="diagram20230945_2*n_h_h_a*1_2_3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DIAGRAM_MAX_ITEMCNT" val="4"/>
  <p:tag name="KSO_WM_DIAGRAM_MIN_ITEMCNT" val="2"/>
  <p:tag name="KSO_WM_DIAGRAM_VIRTUALLY_FRAME" val="{&quot;height&quot;:393.01868411344697,&quot;left&quot;:10.45,&quot;top&quot;:60.33131588655308,&quot;width&quot;:693.100078740157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9,10,9,10,9,10]}"/>
</p:tagLst>
</file>

<file path=ppt/tags/tag32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1_1"/>
  <p:tag name="KSO_WM_UNIT_ID" val="diagram20230945_2*n_h_h_f*1_2_1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DIAGRAM_MAX_ITEMCNT" val="4"/>
  <p:tag name="KSO_WM_DIAGRAM_MIN_ITEMCNT" val="2"/>
  <p:tag name="KSO_WM_DIAGRAM_VIRTUALLY_FRAME" val="{&quot;height&quot;:393.01868411344697,&quot;left&quot;:10.45,&quot;top&quot;:60.33131588655308,&quot;width&quot;:693.100078740157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TEXT_LAYER_COUNT" val="1"/>
  <p:tag name="KSO_WM_UNIT_PRESET_TEXT" val="单击此处输入你的智能图形项正文，文字是您思想的提炼，请尽量言简意赅的阐述观点。单击此处输入你的智能图形项正文，文字是您思想的提炼。 单击此处输入你的智能图形项正文，文字是您思想的提炼。"/>
  <p:tag name="KSO_WM_UNIT_TEXT_FILL_FORE_SCHEMECOLOR_INDEX" val="1"/>
  <p:tag name="KSO_WM_UNIT_TEXT_FILL_TYPE" val="1"/>
  <p:tag name="KSO_WM_DIAGRAM_USE_COLOR_VALUE" val="{&quot;color_scheme&quot;:1,&quot;color_type&quot;:1,&quot;theme_color_indexes&quot;:[9,10,9,10,9,10]}"/>
</p:tagLst>
</file>

<file path=ppt/tags/tag32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1_1"/>
  <p:tag name="KSO_WM_UNIT_ID" val="diagram20230945_2*n_h_h_a*1_2_1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DIAGRAM_MAX_ITEMCNT" val="4"/>
  <p:tag name="KSO_WM_DIAGRAM_MIN_ITEMCNT" val="2"/>
  <p:tag name="KSO_WM_DIAGRAM_VIRTUALLY_FRAME" val="{&quot;height&quot;:393.01868411344697,&quot;left&quot;:10.45,&quot;top&quot;:60.33131588655308,&quot;width&quot;:693.100078740157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9,10,9,10,9,10]}"/>
</p:tagLst>
</file>

<file path=ppt/tags/tag33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2_1"/>
  <p:tag name="KSO_WM_UNIT_ID" val="diagram20230945_2*n_h_h_f*1_2_2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DIAGRAM_MAX_ITEMCNT" val="4"/>
  <p:tag name="KSO_WM_DIAGRAM_MIN_ITEMCNT" val="2"/>
  <p:tag name="KSO_WM_DIAGRAM_VIRTUALLY_FRAME" val="{&quot;height&quot;:393.01868411344697,&quot;left&quot;:10.45,&quot;top&quot;:60.33131588655308,&quot;width&quot;:693.100078740157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TEXT_LAYER_COUNT" val="1"/>
  <p:tag name="KSO_WM_UNIT_PRESET_TEXT" val="单击此处输入你的智能图形项正文，文字是您思想的提炼，请尽量言简意赅的阐述观点。单击此处输入你的智能图形项正文，文字是您思想的提炼。单击此处输入你的智能图形项正文，文字是您思想的提炼。"/>
  <p:tag name="KSO_WM_UNIT_TEXT_FILL_FORE_SCHEMECOLOR_INDEX" val="1"/>
  <p:tag name="KSO_WM_UNIT_TEXT_FILL_TYPE" val="1"/>
  <p:tag name="KSO_WM_DIAGRAM_USE_COLOR_VALUE" val="{&quot;color_scheme&quot;:1,&quot;color_type&quot;:1,&quot;theme_color_indexes&quot;:[9,10,9,10,9,10]}"/>
</p:tagLst>
</file>

<file path=ppt/tags/tag33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2_1"/>
  <p:tag name="KSO_WM_UNIT_ID" val="diagram20230945_2*n_h_h_a*1_2_2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DIAGRAM_MAX_ITEMCNT" val="4"/>
  <p:tag name="KSO_WM_DIAGRAM_MIN_ITEMCNT" val="2"/>
  <p:tag name="KSO_WM_DIAGRAM_VIRTUALLY_FRAME" val="{&quot;height&quot;:393.01868411344697,&quot;left&quot;:10.45,&quot;top&quot;:60.33131588655308,&quot;width&quot;:693.100078740157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9,10,9,10,9,10]}"/>
</p:tagLst>
</file>

<file path=ppt/tags/tag332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FILL_TYPE" val="3"/>
  <p:tag name="KSO_WM_UNIT_TEXT_FILL_FORE_SCHEMECOLOR_INDEX_BRIGHTNESS" val="0"/>
  <p:tag name="KSO_WM_UNIT_TEXT_FILL_TYPE" val="1"/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1"/>
  <p:tag name="KSO_WM_UNIT_LINE_FORE_SCHEMECOLOR_INDEX_2_BRIGHTNESS" val="0"/>
  <p:tag name="KSO_WM_UNIT_LINE_FORE_SCHEMECOLOR_INDEX_2" val="5"/>
  <p:tag name="KSO_WM_UNIT_LINE_FORE_SCHEMECOLOR_INDEX_2_POS" val="0.64"/>
  <p:tag name="KSO_WM_UNIT_LINE_FORE_SCHEMECOLOR_INDEX_2_TRANS" val="0"/>
  <p:tag name="KSO_WM_UNIT_LINE_FORE_SCHEMECOLOR_INDEX_3_BRIGHTNESS" val="0.8"/>
  <p:tag name="KSO_WM_UNIT_LINE_FORE_SCHEMECOLOR_INDEX_3" val="15"/>
  <p:tag name="KSO_WM_UNIT_LINE_FORE_SCHEMECOLOR_INDEX_3_POS" val="0.9"/>
  <p:tag name="KSO_WM_UNIT_LINE_FORE_SCHEMECOLOR_INDEX_3_TRANS" val="0.53"/>
  <p:tag name="KSO_WM_UNIT_LINE_FORE_SCHEMECOLOR_INDEX_4_BRIGHTNESS" val="0.8"/>
  <p:tag name="KSO_WM_UNIT_LINE_FORE_SCHEMECOLOR_INDEX_4" val="15"/>
  <p:tag name="KSO_WM_UNIT_LINE_FORE_SCHEMECOLOR_INDEX_4_POS" val="0.95"/>
  <p:tag name="KSO_WM_UNIT_LINE_FORE_SCHEMECOLOR_INDEX_4_TRANS" val="0"/>
  <p:tag name="KSO_WM_UNIT_LINE_FORE_SCHEMECOLOR_INDEX_5_BRIGHTNESS" val="0.8"/>
  <p:tag name="KSO_WM_UNIT_LINE_FORE_SCHEMECOLOR_INDEX_5" val="15"/>
  <p:tag name="KSO_WM_UNIT_LINE_FORE_SCHEMECOLOR_INDEX_5_POS" val="1"/>
  <p:tag name="KSO_WM_UNIT_LINE_FORE_SCHEMECOLOR_INDEX_5_TRANS" val="0.9"/>
  <p:tag name="KSO_WM_UNIT_LINE_GRADIENT_TYPE" val="0"/>
  <p:tag name="KSO_WM_UNIT_LINE_GRADIENT_ANGLE" val="0"/>
  <p:tag name="KSO_WM_UNIT_LINE_GRADIENT_DIRECTION" val="3"/>
  <p:tag name="KSO_WM_UNIT_LINE_FILL_TYPE" val="5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45_2*n_h_i*1_2_1"/>
  <p:tag name="KSO_WM_TEMPLATE_CATEGORY" val="diagram"/>
  <p:tag name="KSO_WM_TEMPLATE_INDEX" val="20230945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i"/>
  <p:tag name="KSO_WM_UNIT_INDEX" val="1_2_1"/>
  <p:tag name="KSO_WM_DIAGRAM_MAX_ITEMCNT" val="4"/>
  <p:tag name="KSO_WM_DIAGRAM_MIN_ITEMCNT" val="2"/>
  <p:tag name="KSO_WM_DIAGRAM_VIRTUALLY_FRAME" val="{&quot;height&quot;:393.01868411344697,&quot;left&quot;:10.45,&quot;top&quot;:60.33131588655308,&quot;width&quot;:693.1000787401579}"/>
  <p:tag name="KSO_WM_DIAGRAM_COLOR_MATCH_VALUE" val="{&quot;shape&quot;:{&quot;fill&quot;:{&quot;type&quot;:0},&quot;glow&quot;:{&quot;colorType&quot;:0},&quot;line&quot;:{&quot;gradient&quot;:[{&quot;brightness&quot;:0.5,&quot;colorType&quot;:1,&quot;foreColorIndex&quot;:13,&quot;pos&quot;:1,&quot;transparency&quot;:0.699999988079071},{&quot;brightness&quot;:0.800000011920929,&quot;colorType&quot;:2,&quot;pos&quot;:0.15000000596046448,&quot;rgb&quot;:&quot;#ffffff&quot;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9,10,9,10,9,10]}"/>
</p:tagLst>
</file>

<file path=ppt/tags/tag333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LINE_FORE_SCHEMECOLOR_INDEX_1_BRIGHTNESS" val="0.95"/>
  <p:tag name="KSO_WM_UNIT_LINE_FORE_SCHEMECOLOR_INDEX_1" val="5"/>
  <p:tag name="KSO_WM_UNIT_LINE_FORE_SCHEMECOLOR_INDEX_1_POS" val="0.09"/>
  <p:tag name="KSO_WM_UNIT_LINE_FORE_SCHEMECOLOR_INDEX_1_TRANS" val="0.3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45_2*n_h_h_i*1_2_2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SUBTYPE" val="d"/>
  <p:tag name="KSO_WM_UNIT_TYPE" val="n_h_h_i"/>
  <p:tag name="KSO_WM_UNIT_INDEX" val="1_2_2_1"/>
  <p:tag name="KSO_WM_DIAGRAM_MAX_ITEMCNT" val="4"/>
  <p:tag name="KSO_WM_DIAGRAM_MIN_ITEMCNT" val="2"/>
  <p:tag name="KSO_WM_DIAGRAM_VIRTUALLY_FRAME" val="{&quot;height&quot;:393.01868411344697,&quot;left&quot;:10.45,&quot;top&quot;:60.33131588655308,&quot;width&quot;:693.1000787401579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gradient&quot;:[{&quot;brightness&quot;:0,&quot;colorType&quot;:2,&quot;pos&quot;:0.3700000047683716,&quot;rgb&quot;:&quot;#ffffff&quot;,&quot;transparency&quot;:0},{&quot;brightness&quot;:0.800000011920929,&quot;colorType&quot;:1,&quot;foreColorIndex&quot;:6,&quot;pos&quot;:0,&quot;transparency&quot;:0},{&quot;brightness&quot;:0,&quot;colorType&quot;:2,&quot;pos&quot;:1,&quot;rgb&quot;:&quot;#ffffff&quot;,&quot;transparency&quot;:0},{&quot;brightness&quot;:0.800000011920929,&quot;colorType&quot;:1,&quot;foreColorIndex&quot;:6,&quot;pos&quot;:0.7099999785423279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6"/>
  <p:tag name="KSO_WM_UNIT_FILL_FORE_SCHEMECOLOR_INDEX_BRIGHTNESS" val="0"/>
  <p:tag name="KSO_WM_DIAGRAM_USE_COLOR_VALUE" val="{&quot;color_scheme&quot;:1,&quot;color_type&quot;:1,&quot;theme_color_indexes&quot;:[9,10,9,10,9,10]}"/>
</p:tagLst>
</file>

<file path=ppt/tags/tag334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LINE_FORE_SCHEMECOLOR_INDEX_1_BRIGHTNESS" val="0.95"/>
  <p:tag name="KSO_WM_UNIT_LINE_FORE_SCHEMECOLOR_INDEX_1" val="5"/>
  <p:tag name="KSO_WM_UNIT_LINE_FORE_SCHEMECOLOR_INDEX_1_POS" val="0.09"/>
  <p:tag name="KSO_WM_UNIT_LINE_FORE_SCHEMECOLOR_INDEX_1_TRANS" val="0.3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45_2*n_h_h_i*1_2_1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SUBTYPE" val="d"/>
  <p:tag name="KSO_WM_UNIT_TYPE" val="n_h_h_i"/>
  <p:tag name="KSO_WM_UNIT_INDEX" val="1_2_1_1"/>
  <p:tag name="KSO_WM_DIAGRAM_MAX_ITEMCNT" val="4"/>
  <p:tag name="KSO_WM_DIAGRAM_MIN_ITEMCNT" val="2"/>
  <p:tag name="KSO_WM_DIAGRAM_VIRTUALLY_FRAME" val="{&quot;height&quot;:393.01868411344697,&quot;left&quot;:10.45,&quot;top&quot;:60.33131588655308,&quot;width&quot;:693.100078740157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gradient&quot;:[{&quot;brightness&quot;:0,&quot;colorType&quot;:2,&quot;pos&quot;:0.3700000047683716,&quot;rgb&quot;:&quot;#ffffff&quot;,&quot;transparency&quot;:0},{&quot;brightness&quot;:0.800000011920929,&quot;colorType&quot;:1,&quot;foreColorIndex&quot;:5,&quot;pos&quot;:0,&quot;transparency&quot;:0},{&quot;brightness&quot;:0,&quot;colorType&quot;:2,&quot;pos&quot;:1,&quot;rgb&quot;:&quot;#ffffff&quot;,&quot;transparency&quot;:0},{&quot;brightness&quot;:0.800000011920929,&quot;colorType&quot;:1,&quot;foreColorIndex&quot;:5,&quot;pos&quot;:0.7099999785423279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9,10,9,10,9,10]}"/>
</p:tagLst>
</file>

<file path=ppt/tags/tag335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LINE_FORE_SCHEMECOLOR_INDEX_1_BRIGHTNESS" val="0.95"/>
  <p:tag name="KSO_WM_UNIT_LINE_FORE_SCHEMECOLOR_INDEX_1" val="5"/>
  <p:tag name="KSO_WM_UNIT_LINE_FORE_SCHEMECOLOR_INDEX_1_POS" val="0.09"/>
  <p:tag name="KSO_WM_UNIT_LINE_FORE_SCHEMECOLOR_INDEX_1_TRANS" val="0.3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45_2*n_h_h_i*1_2_3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SUBTYPE" val="d"/>
  <p:tag name="KSO_WM_UNIT_TYPE" val="n_h_h_i"/>
  <p:tag name="KSO_WM_UNIT_INDEX" val="1_2_3_1"/>
  <p:tag name="KSO_WM_DIAGRAM_MAX_ITEMCNT" val="4"/>
  <p:tag name="KSO_WM_DIAGRAM_MIN_ITEMCNT" val="2"/>
  <p:tag name="KSO_WM_DIAGRAM_VIRTUALLY_FRAME" val="{&quot;height&quot;:393.01868411344697,&quot;left&quot;:10.45,&quot;top&quot;:60.33131588655308,&quot;width&quot;:693.1000787401579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gradient&quot;:[{&quot;brightness&quot;:0,&quot;colorType&quot;:2,&quot;pos&quot;:0.3700000047683716,&quot;rgb&quot;:&quot;#ffffff&quot;,&quot;transparency&quot;:0},{&quot;brightness&quot;:0.800000011920929,&quot;colorType&quot;:1,&quot;foreColorIndex&quot;:10,&quot;pos&quot;:0,&quot;transparency&quot;:0},{&quot;brightness&quot;:0,&quot;colorType&quot;:2,&quot;pos&quot;:1,&quot;rgb&quot;:&quot;#ffffff&quot;,&quot;transparency&quot;:0},{&quot;brightness&quot;:0.800000011920929,&quot;colorType&quot;:1,&quot;foreColorIndex&quot;:7,&quot;pos&quot;:0.7099999785423279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7"/>
  <p:tag name="KSO_WM_UNIT_FILL_FORE_SCHEMECOLOR_INDEX_BRIGHTNESS" val="0"/>
  <p:tag name="KSO_WM_DIAGRAM_USE_COLOR_VALUE" val="{&quot;color_scheme&quot;:1,&quot;color_type&quot;:1,&quot;theme_color_indexes&quot;:[9,10,9,10,9,10]}"/>
</p:tagLst>
</file>

<file path=ppt/tags/tag336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LINE_FORE_SCHEMECOLOR_INDEX_1_BRIGHTNESS" val="0.95"/>
  <p:tag name="KSO_WM_UNIT_LINE_FORE_SCHEMECOLOR_INDEX_1" val="5"/>
  <p:tag name="KSO_WM_UNIT_LINE_FORE_SCHEMECOLOR_INDEX_1_POS" val="0.09"/>
  <p:tag name="KSO_WM_UNIT_LINE_FORE_SCHEMECOLOR_INDEX_1_TRANS" val="0.3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45_2*n_h_a*1_1_1"/>
  <p:tag name="KSO_WM_TEMPLATE_CATEGORY" val="diagram"/>
  <p:tag name="KSO_WM_TEMPLATE_INDEX" val="20230945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UNIT_ISCONTENTSTITLE" val="0"/>
  <p:tag name="KSO_WM_UNIT_ISNUMDGMTITLE" val="0"/>
  <p:tag name="KSO_WM_UNIT_NOCLEAR" val="0"/>
  <p:tag name="KSO_WM_UNIT_VALUE" val="30"/>
  <p:tag name="KSO_WM_DIAGRAM_GROUP_CODE" val="n1-1"/>
  <p:tag name="KSO_WM_UNIT_TYPE" val="n_h_a"/>
  <p:tag name="KSO_WM_UNIT_INDEX" val="1_1_1"/>
  <p:tag name="KSO_WM_DIAGRAM_MAX_ITEMCNT" val="4"/>
  <p:tag name="KSO_WM_DIAGRAM_MIN_ITEMCNT" val="2"/>
  <p:tag name="KSO_WM_DIAGRAM_VIRTUALLY_FRAME" val="{&quot;height&quot;:393.01868411344697,&quot;left&quot;:10.45,&quot;top&quot;:60.33131588655308,&quot;width&quot;:693.100078740157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gradient&quot;:[{&quot;brightness&quot;:0,&quot;colorType&quot;:2,&quot;pos&quot;:0.3700000047683716,&quot;rgb&quot;:&quot;#ffffff&quot;,&quot;transparency&quot;:0},{&quot;brightness&quot;:0.550000011920929,&quot;colorType&quot;:1,&quot;foreColorIndex&quot;:5,&quot;pos&quot;:0,&quot;transparency&quot;:0},{&quot;brightness&quot;:0,&quot;colorType&quot;:2,&quot;pos&quot;:1,&quot;rgb&quot;:&quot;#ffffff&quot;,&quot;transparency&quot;:0},{&quot;brightness&quot;:0.699999988079071,&quot;colorType&quot;:1,&quot;foreColorIndex&quot;:5,&quot;pos&quot;:0.7099999785423279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TEXT_TYPE" val="1"/>
  <p:tag name="KSO_WM_UNIT_PRESET_TEXT" val="单击添加&#10;项标题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9,10,9,10,9,10]}"/>
</p:tagLst>
</file>

<file path=ppt/tags/tag33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1_1"/>
  <p:tag name="KSO_WM_UNIT_ID" val="diagram20230945_2*n_h_h_f*1_2_1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DIAGRAM_MAX_ITEMCNT" val="4"/>
  <p:tag name="KSO_WM_DIAGRAM_MIN_ITEMCNT" val="2"/>
  <p:tag name="KSO_WM_DIAGRAM_VIRTUALLY_FRAME" val="{&quot;height&quot;:393.01868411344697,&quot;left&quot;:10.45,&quot;top&quot;:60.33131588655308,&quot;width&quot;:693.100078740157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你的智能图形项正文，文字是您思想的提炼，请尽量言简意赅的阐述观点。单击此处输入你的智能图形项正文，文字是您思想的提炼。 单击此处输入你的智能图形项正文，文字是您思想的提炼。"/>
  <p:tag name="KSO_WM_UNIT_TEXT_FILL_FORE_SCHEMECOLOR_INDEX" val="1"/>
  <p:tag name="KSO_WM_UNIT_TEXT_FILL_TYPE" val="1"/>
  <p:tag name="KSO_WM_DIAGRAM_USE_COLOR_VALUE" val="{&quot;color_scheme&quot;:1,&quot;color_type&quot;:1,&quot;theme_color_indexes&quot;:[9,10,9,10,9,10]}"/>
</p:tagLst>
</file>

<file path=ppt/tags/tag33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1_1"/>
  <p:tag name="KSO_WM_UNIT_ID" val="diagram20230945_2*n_h_h_f*1_2_1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DIAGRAM_MAX_ITEMCNT" val="4"/>
  <p:tag name="KSO_WM_DIAGRAM_MIN_ITEMCNT" val="2"/>
  <p:tag name="KSO_WM_DIAGRAM_VIRTUALLY_FRAME" val="{&quot;height&quot;:393.01868411344697,&quot;left&quot;:10.45,&quot;top&quot;:60.33131588655308,&quot;width&quot;:693.100078740157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你的智能图形项正文，文字是您思想的提炼，请尽量言简意赅的阐述观点。单击此处输入你的智能图形项正文，文字是您思想的提炼。 单击此处输入你的智能图形项正文，文字是您思想的提炼。"/>
  <p:tag name="KSO_WM_UNIT_TEXT_FILL_FORE_SCHEMECOLOR_INDEX" val="1"/>
  <p:tag name="KSO_WM_UNIT_TEXT_FILL_TYPE" val="1"/>
  <p:tag name="KSO_WM_DIAGRAM_USE_COLOR_VALUE" val="{&quot;color_scheme&quot;:1,&quot;color_type&quot;:1,&quot;theme_color_indexes&quot;:[9,10,9,10,9,10]}"/>
</p:tagLst>
</file>

<file path=ppt/tags/tag33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1_1"/>
  <p:tag name="KSO_WM_UNIT_ID" val="diagram20230945_2*n_h_h_f*1_2_1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DIAGRAM_MAX_ITEMCNT" val="4"/>
  <p:tag name="KSO_WM_DIAGRAM_MIN_ITEMCNT" val="2"/>
  <p:tag name="KSO_WM_DIAGRAM_VIRTUALLY_FRAME" val="{&quot;height&quot;:393.01868411344697,&quot;left&quot;:10.45,&quot;top&quot;:60.33131588655308,&quot;width&quot;:693.100078740157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你的智能图形项正文，文字是您思想的提炼，请尽量言简意赅的阐述观点。单击此处输入你的智能图形项正文，文字是您思想的提炼。 单击此处输入你的智能图形项正文，文字是您思想的提炼。"/>
  <p:tag name="KSO_WM_UNIT_TEXT_FILL_FORE_SCHEMECOLOR_INDEX" val="1"/>
  <p:tag name="KSO_WM_UNIT_TEXT_FILL_TYPE" val="1"/>
  <p:tag name="KSO_WM_DIAGRAM_USE_COLOR_VALUE" val="{&quot;color_scheme&quot;:1,&quot;color_type&quot;:1,&quot;theme_color_indexes&quot;:[9,10,9,10,9,10]}"/>
</p:tagLst>
</file>

<file path=ppt/tags/tag340.xml><?xml version="1.0" encoding="utf-8"?>
<p:tagLst xmlns:p="http://schemas.openxmlformats.org/presentationml/2006/main">
  <p:tag name="resource_record_key" val="{&quot;70&quot;:[3318479,3314082,3331598,3319360,3428007,3314163,3321778,3328125,3321418,3430331,3312417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5765</Words>
  <Application>WPS 演示</Application>
  <PresentationFormat>宽屏</PresentationFormat>
  <Paragraphs>614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5" baseType="lpstr">
      <vt:lpstr>Arial</vt:lpstr>
      <vt:lpstr>宋体</vt:lpstr>
      <vt:lpstr>Wingdings</vt:lpstr>
      <vt:lpstr>微软雅黑</vt:lpstr>
      <vt:lpstr>OPPOSans M</vt:lpstr>
      <vt:lpstr>仓耳小丸子</vt:lpstr>
      <vt:lpstr>汉仪粗圆简</vt:lpstr>
      <vt:lpstr>Calibri</vt:lpstr>
      <vt:lpstr>Arial Unicode MS</vt:lpstr>
      <vt:lpstr>Wingdings</vt:lpstr>
      <vt:lpstr>MiSans</vt:lpstr>
      <vt:lpstr>MiSans</vt:lpstr>
      <vt:lpstr>MingLiU-ExtB</vt:lpstr>
      <vt:lpstr>Noto Sans SC</vt:lpstr>
      <vt:lpstr>Noto Sans SC</vt:lpstr>
      <vt:lpstr>Microsoft JhengHei UI Light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shengjs盛家双</dc:creator>
  <cp:lastModifiedBy>miss</cp:lastModifiedBy>
  <cp:revision>239</cp:revision>
  <dcterms:created xsi:type="dcterms:W3CDTF">2023-08-09T12:44:00Z</dcterms:created>
  <dcterms:modified xsi:type="dcterms:W3CDTF">2025-12-23T11:50:54Z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0FFB374EF87741258E9EC42A4DEF22FC_13</vt:lpwstr>
  </property>
</Properties>
</file>